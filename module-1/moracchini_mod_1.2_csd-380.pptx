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60"/>
    <p:restoredTop sz="92192"/>
  </p:normalViewPr>
  <p:slideViewPr>
    <p:cSldViewPr snapToGrid="0">
      <p:cViewPr varScale="1">
        <p:scale>
          <a:sx n="93" d="100"/>
          <a:sy n="93" d="100"/>
        </p:scale>
        <p:origin x="240"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0"/>
      </a:schemeClr>
    </dgm:fillClrLst>
    <dgm:linClrLst>
      <a:schemeClr val="accent2"/>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a:schemeClr val="accent2"/>
      <a:schemeClr val="accent3"/>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DECA77-ADEA-4A36-B2B6-374086E48F13}"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4E138FB1-4147-4E45-8764-4592B190BD36}">
      <dgm:prSet/>
      <dgm:spPr/>
      <dgm:t>
        <a:bodyPr/>
        <a:lstStyle/>
        <a:p>
          <a:r>
            <a:rPr lang="en-US" dirty="0"/>
            <a:t>The term Value Streams comes from Lean manufacturing  that took its origin in Toyota Production System after the World War II. Lean thinking (1996) by Womack and Jones identified five Lean principles and Value Stream was one of them.</a:t>
          </a:r>
        </a:p>
      </dgm:t>
    </dgm:pt>
    <dgm:pt modelId="{9116627C-7DB9-4D05-9BCB-795918DD080C}" type="parTrans" cxnId="{6EAA6E4A-A9D5-466F-92F9-A9097802705F}">
      <dgm:prSet/>
      <dgm:spPr/>
      <dgm:t>
        <a:bodyPr/>
        <a:lstStyle/>
        <a:p>
          <a:endParaRPr lang="en-US"/>
        </a:p>
      </dgm:t>
    </dgm:pt>
    <dgm:pt modelId="{02600CF9-B5E0-4CF1-8E78-87B3842938EE}" type="sibTrans" cxnId="{6EAA6E4A-A9D5-466F-92F9-A9097802705F}">
      <dgm:prSet/>
      <dgm:spPr/>
      <dgm:t>
        <a:bodyPr/>
        <a:lstStyle/>
        <a:p>
          <a:endParaRPr lang="en-US"/>
        </a:p>
      </dgm:t>
    </dgm:pt>
    <dgm:pt modelId="{AC500A0F-F709-4CA5-8C87-91A5DE7A6644}">
      <dgm:prSet/>
      <dgm:spPr/>
      <dgm:t>
        <a:bodyPr/>
        <a:lstStyle/>
        <a:p>
          <a:r>
            <a:rPr lang="en-US"/>
            <a:t>Mik Kersten in Project to product (2018) proposed a very clear definition of Value stream: the end-to-end set of activities performed to deliver value to a customer through a product or service.</a:t>
          </a:r>
        </a:p>
      </dgm:t>
    </dgm:pt>
    <dgm:pt modelId="{B537EBD1-BFAF-498C-AA9A-06F43DA1ECD1}" type="parTrans" cxnId="{B362056E-FADF-4F64-B219-7140AF35DE3B}">
      <dgm:prSet/>
      <dgm:spPr/>
      <dgm:t>
        <a:bodyPr/>
        <a:lstStyle/>
        <a:p>
          <a:endParaRPr lang="en-US"/>
        </a:p>
      </dgm:t>
    </dgm:pt>
    <dgm:pt modelId="{6220D13F-2890-4295-A210-A73BD2E27DC4}" type="sibTrans" cxnId="{B362056E-FADF-4F64-B219-7140AF35DE3B}">
      <dgm:prSet/>
      <dgm:spPr/>
      <dgm:t>
        <a:bodyPr/>
        <a:lstStyle/>
        <a:p>
          <a:endParaRPr lang="en-US"/>
        </a:p>
      </dgm:t>
    </dgm:pt>
    <dgm:pt modelId="{65357C68-3073-544F-9755-AEB265EAC198}" type="pres">
      <dgm:prSet presAssocID="{A5DECA77-ADEA-4A36-B2B6-374086E48F13}" presName="linear" presStyleCnt="0">
        <dgm:presLayoutVars>
          <dgm:animLvl val="lvl"/>
          <dgm:resizeHandles val="exact"/>
        </dgm:presLayoutVars>
      </dgm:prSet>
      <dgm:spPr/>
    </dgm:pt>
    <dgm:pt modelId="{A7D98460-1982-AF49-BD2E-D4E85578A227}" type="pres">
      <dgm:prSet presAssocID="{4E138FB1-4147-4E45-8764-4592B190BD36}" presName="parentText" presStyleLbl="node1" presStyleIdx="0" presStyleCnt="2">
        <dgm:presLayoutVars>
          <dgm:chMax val="0"/>
          <dgm:bulletEnabled val="1"/>
        </dgm:presLayoutVars>
      </dgm:prSet>
      <dgm:spPr/>
    </dgm:pt>
    <dgm:pt modelId="{7795E07F-93D4-BB4D-8FFE-E9F82905C699}" type="pres">
      <dgm:prSet presAssocID="{02600CF9-B5E0-4CF1-8E78-87B3842938EE}" presName="spacer" presStyleCnt="0"/>
      <dgm:spPr/>
    </dgm:pt>
    <dgm:pt modelId="{59C19357-681F-A747-9BC1-4579D6895F81}" type="pres">
      <dgm:prSet presAssocID="{AC500A0F-F709-4CA5-8C87-91A5DE7A6644}" presName="parentText" presStyleLbl="node1" presStyleIdx="1" presStyleCnt="2">
        <dgm:presLayoutVars>
          <dgm:chMax val="0"/>
          <dgm:bulletEnabled val="1"/>
        </dgm:presLayoutVars>
      </dgm:prSet>
      <dgm:spPr/>
    </dgm:pt>
  </dgm:ptLst>
  <dgm:cxnLst>
    <dgm:cxn modelId="{6EAA6E4A-A9D5-466F-92F9-A9097802705F}" srcId="{A5DECA77-ADEA-4A36-B2B6-374086E48F13}" destId="{4E138FB1-4147-4E45-8764-4592B190BD36}" srcOrd="0" destOrd="0" parTransId="{9116627C-7DB9-4D05-9BCB-795918DD080C}" sibTransId="{02600CF9-B5E0-4CF1-8E78-87B3842938EE}"/>
    <dgm:cxn modelId="{B362056E-FADF-4F64-B219-7140AF35DE3B}" srcId="{A5DECA77-ADEA-4A36-B2B6-374086E48F13}" destId="{AC500A0F-F709-4CA5-8C87-91A5DE7A6644}" srcOrd="1" destOrd="0" parTransId="{B537EBD1-BFAF-498C-AA9A-06F43DA1ECD1}" sibTransId="{6220D13F-2890-4295-A210-A73BD2E27DC4}"/>
    <dgm:cxn modelId="{BA0748D9-1C10-1343-BEBE-6BC2229EB590}" type="presOf" srcId="{4E138FB1-4147-4E45-8764-4592B190BD36}" destId="{A7D98460-1982-AF49-BD2E-D4E85578A227}" srcOrd="0" destOrd="0" presId="urn:microsoft.com/office/officeart/2005/8/layout/vList2"/>
    <dgm:cxn modelId="{3D93EFDA-9445-BF44-9DC7-2C963F2C08B3}" type="presOf" srcId="{A5DECA77-ADEA-4A36-B2B6-374086E48F13}" destId="{65357C68-3073-544F-9755-AEB265EAC198}" srcOrd="0" destOrd="0" presId="urn:microsoft.com/office/officeart/2005/8/layout/vList2"/>
    <dgm:cxn modelId="{368D66EB-B1BA-2947-8E4C-67919C8BDCFC}" type="presOf" srcId="{AC500A0F-F709-4CA5-8C87-91A5DE7A6644}" destId="{59C19357-681F-A747-9BC1-4579D6895F81}" srcOrd="0" destOrd="0" presId="urn:microsoft.com/office/officeart/2005/8/layout/vList2"/>
    <dgm:cxn modelId="{DD64E06F-1904-124A-B544-6C73750036BC}" type="presParOf" srcId="{65357C68-3073-544F-9755-AEB265EAC198}" destId="{A7D98460-1982-AF49-BD2E-D4E85578A227}" srcOrd="0" destOrd="0" presId="urn:microsoft.com/office/officeart/2005/8/layout/vList2"/>
    <dgm:cxn modelId="{8C696FFF-6013-724F-98DE-34A1657EDEB7}" type="presParOf" srcId="{65357C68-3073-544F-9755-AEB265EAC198}" destId="{7795E07F-93D4-BB4D-8FFE-E9F82905C699}" srcOrd="1" destOrd="0" presId="urn:microsoft.com/office/officeart/2005/8/layout/vList2"/>
    <dgm:cxn modelId="{8F759A32-4A75-DF44-B037-5C901C7BF362}" type="presParOf" srcId="{65357C68-3073-544F-9755-AEB265EAC198}" destId="{59C19357-681F-A747-9BC1-4579D6895F81}"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DECA77-ADEA-4A36-B2B6-374086E48F13}"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4E138FB1-4147-4E45-8764-4592B190BD36}">
      <dgm:prSet/>
      <dgm:spPr/>
      <dgm:t>
        <a:bodyPr/>
        <a:lstStyle/>
        <a:p>
          <a:r>
            <a:rPr lang="en-US" dirty="0"/>
            <a:t>The term Value Streams comes from Lean manufacturing  that took its origin in Toyota Production System after the World War II. </a:t>
          </a:r>
          <a:r>
            <a:rPr lang="en-US"/>
            <a:t>Lean thinking (1996) by Womack and Jones identified five Lean principles and Value Stream was one of them.</a:t>
          </a:r>
        </a:p>
      </dgm:t>
    </dgm:pt>
    <dgm:pt modelId="{9116627C-7DB9-4D05-9BCB-795918DD080C}" type="parTrans" cxnId="{6EAA6E4A-A9D5-466F-92F9-A9097802705F}">
      <dgm:prSet/>
      <dgm:spPr/>
      <dgm:t>
        <a:bodyPr/>
        <a:lstStyle/>
        <a:p>
          <a:endParaRPr lang="en-US"/>
        </a:p>
      </dgm:t>
    </dgm:pt>
    <dgm:pt modelId="{02600CF9-B5E0-4CF1-8E78-87B3842938EE}" type="sibTrans" cxnId="{6EAA6E4A-A9D5-466F-92F9-A9097802705F}">
      <dgm:prSet/>
      <dgm:spPr/>
      <dgm:t>
        <a:bodyPr/>
        <a:lstStyle/>
        <a:p>
          <a:endParaRPr lang="en-US"/>
        </a:p>
      </dgm:t>
    </dgm:pt>
    <dgm:pt modelId="{AC500A0F-F709-4CA5-8C87-91A5DE7A6644}">
      <dgm:prSet/>
      <dgm:spPr/>
      <dgm:t>
        <a:bodyPr/>
        <a:lstStyle/>
        <a:p>
          <a:r>
            <a:rPr lang="en-US"/>
            <a:t>Mik Kersten in Project to product (2018) proposed a very clear definition of Value stream: the end-to-end set of activities performed to deliver value to a customer through a product or service.</a:t>
          </a:r>
        </a:p>
      </dgm:t>
    </dgm:pt>
    <dgm:pt modelId="{B537EBD1-BFAF-498C-AA9A-06F43DA1ECD1}" type="parTrans" cxnId="{B362056E-FADF-4F64-B219-7140AF35DE3B}">
      <dgm:prSet/>
      <dgm:spPr/>
      <dgm:t>
        <a:bodyPr/>
        <a:lstStyle/>
        <a:p>
          <a:endParaRPr lang="en-US"/>
        </a:p>
      </dgm:t>
    </dgm:pt>
    <dgm:pt modelId="{6220D13F-2890-4295-A210-A73BD2E27DC4}" type="sibTrans" cxnId="{B362056E-FADF-4F64-B219-7140AF35DE3B}">
      <dgm:prSet/>
      <dgm:spPr/>
      <dgm:t>
        <a:bodyPr/>
        <a:lstStyle/>
        <a:p>
          <a:endParaRPr lang="en-US"/>
        </a:p>
      </dgm:t>
    </dgm:pt>
    <dgm:pt modelId="{65357C68-3073-544F-9755-AEB265EAC198}" type="pres">
      <dgm:prSet presAssocID="{A5DECA77-ADEA-4A36-B2B6-374086E48F13}" presName="linear" presStyleCnt="0">
        <dgm:presLayoutVars>
          <dgm:animLvl val="lvl"/>
          <dgm:resizeHandles val="exact"/>
        </dgm:presLayoutVars>
      </dgm:prSet>
      <dgm:spPr/>
    </dgm:pt>
    <dgm:pt modelId="{A7D98460-1982-AF49-BD2E-D4E85578A227}" type="pres">
      <dgm:prSet presAssocID="{4E138FB1-4147-4E45-8764-4592B190BD36}" presName="parentText" presStyleLbl="node1" presStyleIdx="0" presStyleCnt="2" custLinFactNeighborY="34326">
        <dgm:presLayoutVars>
          <dgm:chMax val="0"/>
          <dgm:bulletEnabled val="1"/>
        </dgm:presLayoutVars>
      </dgm:prSet>
      <dgm:spPr/>
    </dgm:pt>
    <dgm:pt modelId="{7795E07F-93D4-BB4D-8FFE-E9F82905C699}" type="pres">
      <dgm:prSet presAssocID="{02600CF9-B5E0-4CF1-8E78-87B3842938EE}" presName="spacer" presStyleCnt="0"/>
      <dgm:spPr/>
    </dgm:pt>
    <dgm:pt modelId="{59C19357-681F-A747-9BC1-4579D6895F81}" type="pres">
      <dgm:prSet presAssocID="{AC500A0F-F709-4CA5-8C87-91A5DE7A6644}" presName="parentText" presStyleLbl="node1" presStyleIdx="1" presStyleCnt="2">
        <dgm:presLayoutVars>
          <dgm:chMax val="0"/>
          <dgm:bulletEnabled val="1"/>
        </dgm:presLayoutVars>
      </dgm:prSet>
      <dgm:spPr/>
    </dgm:pt>
  </dgm:ptLst>
  <dgm:cxnLst>
    <dgm:cxn modelId="{6EAA6E4A-A9D5-466F-92F9-A9097802705F}" srcId="{A5DECA77-ADEA-4A36-B2B6-374086E48F13}" destId="{4E138FB1-4147-4E45-8764-4592B190BD36}" srcOrd="0" destOrd="0" parTransId="{9116627C-7DB9-4D05-9BCB-795918DD080C}" sibTransId="{02600CF9-B5E0-4CF1-8E78-87B3842938EE}"/>
    <dgm:cxn modelId="{B362056E-FADF-4F64-B219-7140AF35DE3B}" srcId="{A5DECA77-ADEA-4A36-B2B6-374086E48F13}" destId="{AC500A0F-F709-4CA5-8C87-91A5DE7A6644}" srcOrd="1" destOrd="0" parTransId="{B537EBD1-BFAF-498C-AA9A-06F43DA1ECD1}" sibTransId="{6220D13F-2890-4295-A210-A73BD2E27DC4}"/>
    <dgm:cxn modelId="{BA0748D9-1C10-1343-BEBE-6BC2229EB590}" type="presOf" srcId="{4E138FB1-4147-4E45-8764-4592B190BD36}" destId="{A7D98460-1982-AF49-BD2E-D4E85578A227}" srcOrd="0" destOrd="0" presId="urn:microsoft.com/office/officeart/2005/8/layout/vList2"/>
    <dgm:cxn modelId="{3D93EFDA-9445-BF44-9DC7-2C963F2C08B3}" type="presOf" srcId="{A5DECA77-ADEA-4A36-B2B6-374086E48F13}" destId="{65357C68-3073-544F-9755-AEB265EAC198}" srcOrd="0" destOrd="0" presId="urn:microsoft.com/office/officeart/2005/8/layout/vList2"/>
    <dgm:cxn modelId="{368D66EB-B1BA-2947-8E4C-67919C8BDCFC}" type="presOf" srcId="{AC500A0F-F709-4CA5-8C87-91A5DE7A6644}" destId="{59C19357-681F-A747-9BC1-4579D6895F81}" srcOrd="0" destOrd="0" presId="urn:microsoft.com/office/officeart/2005/8/layout/vList2"/>
    <dgm:cxn modelId="{DD64E06F-1904-124A-B544-6C73750036BC}" type="presParOf" srcId="{65357C68-3073-544F-9755-AEB265EAC198}" destId="{A7D98460-1982-AF49-BD2E-D4E85578A227}" srcOrd="0" destOrd="0" presId="urn:microsoft.com/office/officeart/2005/8/layout/vList2"/>
    <dgm:cxn modelId="{8C696FFF-6013-724F-98DE-34A1657EDEB7}" type="presParOf" srcId="{65357C68-3073-544F-9755-AEB265EAC198}" destId="{7795E07F-93D4-BB4D-8FFE-E9F82905C699}" srcOrd="1" destOrd="0" presId="urn:microsoft.com/office/officeart/2005/8/layout/vList2"/>
    <dgm:cxn modelId="{8F759A32-4A75-DF44-B037-5C901C7BF362}" type="presParOf" srcId="{65357C68-3073-544F-9755-AEB265EAC198}" destId="{59C19357-681F-A747-9BC1-4579D6895F81}"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DECA77-ADEA-4A36-B2B6-374086E48F1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4E138FB1-4147-4E45-8764-4592B190BD36}">
      <dgm:prSet/>
      <dgm:spPr/>
      <dgm:t>
        <a:bodyPr/>
        <a:lstStyle/>
        <a:p>
          <a:r>
            <a:rPr lang="en-US" dirty="0"/>
            <a:t>The term Value Streams comes from Lean manufacturing, which originated in the Toyota Production System after World War II. Lean thinking (1996) by Womack and Jones identified five Lean principles, and Value Stream was one of them.</a:t>
          </a:r>
        </a:p>
      </dgm:t>
    </dgm:pt>
    <dgm:pt modelId="{9116627C-7DB9-4D05-9BCB-795918DD080C}" type="parTrans" cxnId="{6EAA6E4A-A9D5-466F-92F9-A9097802705F}">
      <dgm:prSet/>
      <dgm:spPr/>
      <dgm:t>
        <a:bodyPr/>
        <a:lstStyle/>
        <a:p>
          <a:endParaRPr lang="en-US"/>
        </a:p>
      </dgm:t>
    </dgm:pt>
    <dgm:pt modelId="{02600CF9-B5E0-4CF1-8E78-87B3842938EE}" type="sibTrans" cxnId="{6EAA6E4A-A9D5-466F-92F9-A9097802705F}">
      <dgm:prSet/>
      <dgm:spPr/>
      <dgm:t>
        <a:bodyPr/>
        <a:lstStyle/>
        <a:p>
          <a:endParaRPr lang="en-US"/>
        </a:p>
      </dgm:t>
    </dgm:pt>
    <dgm:pt modelId="{AC500A0F-F709-4CA5-8C87-91A5DE7A6644}">
      <dgm:prSet/>
      <dgm:spPr/>
      <dgm:t>
        <a:bodyPr/>
        <a:lstStyle/>
        <a:p>
          <a:r>
            <a:rPr lang="en-US" dirty="0"/>
            <a:t>Mik Kersten in Project to product (2018) proposed a very clear definition of Value stream: the end-to-end set of activities performed to deliver value to a customer through a product or service.</a:t>
          </a:r>
        </a:p>
      </dgm:t>
    </dgm:pt>
    <dgm:pt modelId="{B537EBD1-BFAF-498C-AA9A-06F43DA1ECD1}" type="parTrans" cxnId="{B362056E-FADF-4F64-B219-7140AF35DE3B}">
      <dgm:prSet/>
      <dgm:spPr/>
      <dgm:t>
        <a:bodyPr/>
        <a:lstStyle/>
        <a:p>
          <a:endParaRPr lang="en-US"/>
        </a:p>
      </dgm:t>
    </dgm:pt>
    <dgm:pt modelId="{6220D13F-2890-4295-A210-A73BD2E27DC4}" type="sibTrans" cxnId="{B362056E-FADF-4F64-B219-7140AF35DE3B}">
      <dgm:prSet/>
      <dgm:spPr/>
      <dgm:t>
        <a:bodyPr/>
        <a:lstStyle/>
        <a:p>
          <a:endParaRPr lang="en-US"/>
        </a:p>
      </dgm:t>
    </dgm:pt>
    <dgm:pt modelId="{65357C68-3073-544F-9755-AEB265EAC198}" type="pres">
      <dgm:prSet presAssocID="{A5DECA77-ADEA-4A36-B2B6-374086E48F13}" presName="linear" presStyleCnt="0">
        <dgm:presLayoutVars>
          <dgm:animLvl val="lvl"/>
          <dgm:resizeHandles val="exact"/>
        </dgm:presLayoutVars>
      </dgm:prSet>
      <dgm:spPr/>
    </dgm:pt>
    <dgm:pt modelId="{A7D98460-1982-AF49-BD2E-D4E85578A227}" type="pres">
      <dgm:prSet presAssocID="{4E138FB1-4147-4E45-8764-4592B190BD36}" presName="parentText" presStyleLbl="node1" presStyleIdx="0" presStyleCnt="2" custLinFactNeighborY="34326">
        <dgm:presLayoutVars>
          <dgm:chMax val="0"/>
          <dgm:bulletEnabled val="1"/>
        </dgm:presLayoutVars>
      </dgm:prSet>
      <dgm:spPr/>
    </dgm:pt>
    <dgm:pt modelId="{7795E07F-93D4-BB4D-8FFE-E9F82905C699}" type="pres">
      <dgm:prSet presAssocID="{02600CF9-B5E0-4CF1-8E78-87B3842938EE}" presName="spacer" presStyleCnt="0"/>
      <dgm:spPr/>
    </dgm:pt>
    <dgm:pt modelId="{59C19357-681F-A747-9BC1-4579D6895F81}" type="pres">
      <dgm:prSet presAssocID="{AC500A0F-F709-4CA5-8C87-91A5DE7A6644}" presName="parentText" presStyleLbl="node1" presStyleIdx="1" presStyleCnt="2">
        <dgm:presLayoutVars>
          <dgm:chMax val="0"/>
          <dgm:bulletEnabled val="1"/>
        </dgm:presLayoutVars>
      </dgm:prSet>
      <dgm:spPr/>
    </dgm:pt>
  </dgm:ptLst>
  <dgm:cxnLst>
    <dgm:cxn modelId="{6EAA6E4A-A9D5-466F-92F9-A9097802705F}" srcId="{A5DECA77-ADEA-4A36-B2B6-374086E48F13}" destId="{4E138FB1-4147-4E45-8764-4592B190BD36}" srcOrd="0" destOrd="0" parTransId="{9116627C-7DB9-4D05-9BCB-795918DD080C}" sibTransId="{02600CF9-B5E0-4CF1-8E78-87B3842938EE}"/>
    <dgm:cxn modelId="{CEB50B5C-0F63-0847-800F-FAAE4E77FAFD}" type="presOf" srcId="{4E138FB1-4147-4E45-8764-4592B190BD36}" destId="{A7D98460-1982-AF49-BD2E-D4E85578A227}" srcOrd="0" destOrd="0" presId="urn:microsoft.com/office/officeart/2005/8/layout/vList2"/>
    <dgm:cxn modelId="{B362056E-FADF-4F64-B219-7140AF35DE3B}" srcId="{A5DECA77-ADEA-4A36-B2B6-374086E48F13}" destId="{AC500A0F-F709-4CA5-8C87-91A5DE7A6644}" srcOrd="1" destOrd="0" parTransId="{B537EBD1-BFAF-498C-AA9A-06F43DA1ECD1}" sibTransId="{6220D13F-2890-4295-A210-A73BD2E27DC4}"/>
    <dgm:cxn modelId="{F2EADD9E-A41B-0841-B471-2520E081C3AE}" type="presOf" srcId="{A5DECA77-ADEA-4A36-B2B6-374086E48F13}" destId="{65357C68-3073-544F-9755-AEB265EAC198}" srcOrd="0" destOrd="0" presId="urn:microsoft.com/office/officeart/2005/8/layout/vList2"/>
    <dgm:cxn modelId="{2A1582CD-23B2-A948-B071-B6152960A593}" type="presOf" srcId="{AC500A0F-F709-4CA5-8C87-91A5DE7A6644}" destId="{59C19357-681F-A747-9BC1-4579D6895F81}" srcOrd="0" destOrd="0" presId="urn:microsoft.com/office/officeart/2005/8/layout/vList2"/>
    <dgm:cxn modelId="{DFFE6368-9A7C-FF45-B2BB-E13931526C36}" type="presParOf" srcId="{65357C68-3073-544F-9755-AEB265EAC198}" destId="{A7D98460-1982-AF49-BD2E-D4E85578A227}" srcOrd="0" destOrd="0" presId="urn:microsoft.com/office/officeart/2005/8/layout/vList2"/>
    <dgm:cxn modelId="{D0D54729-FD01-964E-A4C9-1B38D3CE34B1}" type="presParOf" srcId="{65357C68-3073-544F-9755-AEB265EAC198}" destId="{7795E07F-93D4-BB4D-8FFE-E9F82905C699}" srcOrd="1" destOrd="0" presId="urn:microsoft.com/office/officeart/2005/8/layout/vList2"/>
    <dgm:cxn modelId="{FA473436-42A6-5345-83B7-E0231EBA2ED2}" type="presParOf" srcId="{65357C68-3073-544F-9755-AEB265EAC198}" destId="{59C19357-681F-A747-9BC1-4579D6895F81}" srcOrd="2"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CBF26C-DC00-498A-B349-456B120C1BD2}" type="doc">
      <dgm:prSet loTypeId="urn:microsoft.com/office/officeart/2018/5/layout/IconLeafLabelList" loCatId="icon" qsTypeId="urn:microsoft.com/office/officeart/2005/8/quickstyle/simple1" qsCatId="simple" csTypeId="urn:microsoft.com/office/officeart/2018/5/colors/Iconchunking_coloredtext_colorful2" csCatId="colorful" phldr="1"/>
      <dgm:spPr/>
      <dgm:t>
        <a:bodyPr/>
        <a:lstStyle/>
        <a:p>
          <a:endParaRPr lang="en-US"/>
        </a:p>
      </dgm:t>
    </dgm:pt>
    <dgm:pt modelId="{01C523C1-0B5D-4EED-913E-356EA471FDD2}">
      <dgm:prSet/>
      <dgm:spPr/>
      <dgm:t>
        <a:bodyPr/>
        <a:lstStyle/>
        <a:p>
          <a:pPr>
            <a:defRPr cap="all"/>
          </a:pPr>
          <a:r>
            <a:rPr lang="en-US" dirty="0"/>
            <a:t>THEY BOTH COME FROM LEAN PRINCIPLES, AND THEY ARE BOTH USED TO ACCELERATE THE SOFTWARE DELIVERY TO CUSTOMERS.</a:t>
          </a:r>
        </a:p>
      </dgm:t>
    </dgm:pt>
    <dgm:pt modelId="{77A046AF-DC39-418B-BBC6-D87E18910709}" type="parTrans" cxnId="{1B43FD93-8134-4EDE-89CB-22B781BB1ECC}">
      <dgm:prSet/>
      <dgm:spPr/>
      <dgm:t>
        <a:bodyPr/>
        <a:lstStyle/>
        <a:p>
          <a:endParaRPr lang="en-US"/>
        </a:p>
      </dgm:t>
    </dgm:pt>
    <dgm:pt modelId="{E23B64B3-08AF-41EA-9A82-57E969E33574}" type="sibTrans" cxnId="{1B43FD93-8134-4EDE-89CB-22B781BB1ECC}">
      <dgm:prSet/>
      <dgm:spPr/>
      <dgm:t>
        <a:bodyPr/>
        <a:lstStyle/>
        <a:p>
          <a:endParaRPr lang="en-US"/>
        </a:p>
      </dgm:t>
    </dgm:pt>
    <dgm:pt modelId="{D9543B11-E6F0-41B9-B94F-1B3C5DECD415}">
      <dgm:prSet/>
      <dgm:spPr/>
      <dgm:t>
        <a:bodyPr/>
        <a:lstStyle/>
        <a:p>
          <a:pPr>
            <a:defRPr cap="all"/>
          </a:pPr>
          <a:r>
            <a:rPr lang="en-US" dirty="0"/>
            <a:t>THE PROCESS STARTS WHEN AN IDEA ENTERS THE BACKLOG. IT IS CONVERTED INTO USER STORIES, CODING, TESTING, VERSION CONTROL, DEPLOYMENT, AND PRODUCTION.</a:t>
          </a:r>
        </a:p>
      </dgm:t>
    </dgm:pt>
    <dgm:pt modelId="{6C350F6B-3E7B-4D45-AC89-0C483E0D2752}" type="sibTrans" cxnId="{78CA8A1F-C6D3-4117-90A5-A618109F0142}">
      <dgm:prSet/>
      <dgm:spPr/>
      <dgm:t>
        <a:bodyPr/>
        <a:lstStyle/>
        <a:p>
          <a:endParaRPr lang="en-US"/>
        </a:p>
      </dgm:t>
    </dgm:pt>
    <dgm:pt modelId="{B94527BD-09AF-4789-BAE3-BC2D70046359}" type="parTrans" cxnId="{78CA8A1F-C6D3-4117-90A5-A618109F0142}">
      <dgm:prSet/>
      <dgm:spPr/>
      <dgm:t>
        <a:bodyPr/>
        <a:lstStyle/>
        <a:p>
          <a:endParaRPr lang="en-US"/>
        </a:p>
      </dgm:t>
    </dgm:pt>
    <dgm:pt modelId="{3D83A268-36F0-4E0A-8BAB-D12D210538ED}">
      <dgm:prSet/>
      <dgm:spPr/>
      <dgm:t>
        <a:bodyPr/>
        <a:lstStyle/>
        <a:p>
          <a:pPr>
            <a:defRPr cap="all"/>
          </a:pPr>
          <a:r>
            <a:rPr lang="en-US" dirty="0"/>
            <a:t>VALUE STREAM HAS A SUBSET CALLED DEPLOYMENT LEAD TIME, WHICH STARTS WHEN A CHANGE IS CHECKED INTO VERSION CONTROL UNTIL IT IS RUN IN PRODUCTION.</a:t>
          </a:r>
        </a:p>
      </dgm:t>
    </dgm:pt>
    <dgm:pt modelId="{0FECB380-C126-4A5A-9ED6-C7C09827BAE6}" type="sibTrans" cxnId="{684B3694-A509-450A-806A-8855CB70DF20}">
      <dgm:prSet/>
      <dgm:spPr/>
      <dgm:t>
        <a:bodyPr/>
        <a:lstStyle/>
        <a:p>
          <a:endParaRPr lang="en-US"/>
        </a:p>
      </dgm:t>
    </dgm:pt>
    <dgm:pt modelId="{AD91D6F1-4239-45B1-9473-C0F02D8B7C86}" type="parTrans" cxnId="{684B3694-A509-450A-806A-8855CB70DF20}">
      <dgm:prSet/>
      <dgm:spPr/>
      <dgm:t>
        <a:bodyPr/>
        <a:lstStyle/>
        <a:p>
          <a:endParaRPr lang="en-US"/>
        </a:p>
      </dgm:t>
    </dgm:pt>
    <dgm:pt modelId="{D788C4F3-6F46-4934-9D34-DB6D7116B3DF}">
      <dgm:prSet/>
      <dgm:spPr/>
      <dgm:t>
        <a:bodyPr/>
        <a:lstStyle/>
        <a:p>
          <a:pPr>
            <a:defRPr cap="all"/>
          </a:pPr>
          <a:r>
            <a:rPr lang="en-US" dirty="0"/>
            <a:t>DEVOPS GOAL IS TO IMPROVE THE FLOW BY USING SMALL BATCHES, TESTING  DEPLOYMENT  AND OPERATIONS AT THE SAME TIME AS DESIGN AND DEVELOPMENT.</a:t>
          </a:r>
        </a:p>
      </dgm:t>
    </dgm:pt>
    <dgm:pt modelId="{834603DF-D6CB-4721-8F3A-36E7D2DA9963}" type="sibTrans" cxnId="{EA5BBA29-521F-4F73-A847-C254ABCCF47D}">
      <dgm:prSet/>
      <dgm:spPr/>
      <dgm:t>
        <a:bodyPr/>
        <a:lstStyle/>
        <a:p>
          <a:endParaRPr lang="en-US"/>
        </a:p>
      </dgm:t>
    </dgm:pt>
    <dgm:pt modelId="{6355A71D-C2CA-4BDC-A9AA-35D1F05ED31E}" type="parTrans" cxnId="{EA5BBA29-521F-4F73-A847-C254ABCCF47D}">
      <dgm:prSet/>
      <dgm:spPr/>
      <dgm:t>
        <a:bodyPr/>
        <a:lstStyle/>
        <a:p>
          <a:endParaRPr lang="en-US"/>
        </a:p>
      </dgm:t>
    </dgm:pt>
    <dgm:pt modelId="{8D302478-C551-4C15-9387-51B1332BE0F1}" type="pres">
      <dgm:prSet presAssocID="{65CBF26C-DC00-498A-B349-456B120C1BD2}" presName="root" presStyleCnt="0">
        <dgm:presLayoutVars>
          <dgm:dir/>
          <dgm:resizeHandles val="exact"/>
        </dgm:presLayoutVars>
      </dgm:prSet>
      <dgm:spPr/>
    </dgm:pt>
    <dgm:pt modelId="{91F4542A-531E-4D98-8574-7B2EDD558A0F}" type="pres">
      <dgm:prSet presAssocID="{01C523C1-0B5D-4EED-913E-356EA471FDD2}" presName="compNode" presStyleCnt="0"/>
      <dgm:spPr/>
    </dgm:pt>
    <dgm:pt modelId="{062430F6-61E3-4AE1-868A-498076B6B2CC}" type="pres">
      <dgm:prSet presAssocID="{01C523C1-0B5D-4EED-913E-356EA471FDD2}" presName="iconBgRect" presStyleLbl="bgShp" presStyleIdx="0" presStyleCnt="4"/>
      <dgm:spPr>
        <a:prstGeom prst="round2DiagRect">
          <a:avLst>
            <a:gd name="adj1" fmla="val 29727"/>
            <a:gd name="adj2" fmla="val 0"/>
          </a:avLst>
        </a:prstGeom>
      </dgm:spPr>
    </dgm:pt>
    <dgm:pt modelId="{CF0032A6-1754-403E-8D37-0F699A8DEA2F}" type="pres">
      <dgm:prSet presAssocID="{01C523C1-0B5D-4EED-913E-356EA471FDD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C3DA0DD1-DAFD-4E58-8DF3-C8573F370006}" type="pres">
      <dgm:prSet presAssocID="{01C523C1-0B5D-4EED-913E-356EA471FDD2}" presName="spaceRect" presStyleCnt="0"/>
      <dgm:spPr/>
    </dgm:pt>
    <dgm:pt modelId="{32310CA3-623B-4EBB-9ACB-B0ADC6436A02}" type="pres">
      <dgm:prSet presAssocID="{01C523C1-0B5D-4EED-913E-356EA471FDD2}" presName="textRect" presStyleLbl="revTx" presStyleIdx="0" presStyleCnt="4">
        <dgm:presLayoutVars>
          <dgm:chMax val="1"/>
          <dgm:chPref val="1"/>
        </dgm:presLayoutVars>
      </dgm:prSet>
      <dgm:spPr/>
    </dgm:pt>
    <dgm:pt modelId="{5FB89D2C-D077-4A2D-B3A7-82CB35665493}" type="pres">
      <dgm:prSet presAssocID="{E23B64B3-08AF-41EA-9A82-57E969E33574}" presName="sibTrans" presStyleCnt="0"/>
      <dgm:spPr/>
    </dgm:pt>
    <dgm:pt modelId="{1E47FC26-EE90-4D7B-923F-66F7D835BB4B}" type="pres">
      <dgm:prSet presAssocID="{D9543B11-E6F0-41B9-B94F-1B3C5DECD415}" presName="compNode" presStyleCnt="0"/>
      <dgm:spPr/>
    </dgm:pt>
    <dgm:pt modelId="{D0D28C0D-4E02-46A1-9D5C-184069B14C61}" type="pres">
      <dgm:prSet presAssocID="{D9543B11-E6F0-41B9-B94F-1B3C5DECD415}" presName="iconBgRect" presStyleLbl="bgShp" presStyleIdx="1" presStyleCnt="4"/>
      <dgm:spPr>
        <a:prstGeom prst="round2DiagRect">
          <a:avLst>
            <a:gd name="adj1" fmla="val 29727"/>
            <a:gd name="adj2" fmla="val 0"/>
          </a:avLst>
        </a:prstGeom>
      </dgm:spPr>
    </dgm:pt>
    <dgm:pt modelId="{859B749D-BA03-4AB2-9862-FAB562266825}" type="pres">
      <dgm:prSet presAssocID="{D9543B11-E6F0-41B9-B94F-1B3C5DECD41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EAEAF4B1-EF0F-466E-BA0C-965576AFC29E}" type="pres">
      <dgm:prSet presAssocID="{D9543B11-E6F0-41B9-B94F-1B3C5DECD415}" presName="spaceRect" presStyleCnt="0"/>
      <dgm:spPr/>
    </dgm:pt>
    <dgm:pt modelId="{C7256445-C6D5-4783-BCB7-88CB4EDA833E}" type="pres">
      <dgm:prSet presAssocID="{D9543B11-E6F0-41B9-B94F-1B3C5DECD415}" presName="textRect" presStyleLbl="revTx" presStyleIdx="1" presStyleCnt="4">
        <dgm:presLayoutVars>
          <dgm:chMax val="1"/>
          <dgm:chPref val="1"/>
        </dgm:presLayoutVars>
      </dgm:prSet>
      <dgm:spPr/>
    </dgm:pt>
    <dgm:pt modelId="{9E18D667-8EA1-4F74-9FB7-9BCBEFA559A6}" type="pres">
      <dgm:prSet presAssocID="{6C350F6B-3E7B-4D45-AC89-0C483E0D2752}" presName="sibTrans" presStyleCnt="0"/>
      <dgm:spPr/>
    </dgm:pt>
    <dgm:pt modelId="{494E87B8-B3F0-404B-B2BD-5D14471A18F9}" type="pres">
      <dgm:prSet presAssocID="{3D83A268-36F0-4E0A-8BAB-D12D210538ED}" presName="compNode" presStyleCnt="0"/>
      <dgm:spPr/>
    </dgm:pt>
    <dgm:pt modelId="{DCEAD28B-C3D7-4C65-B94B-B176EF7CE494}" type="pres">
      <dgm:prSet presAssocID="{3D83A268-36F0-4E0A-8BAB-D12D210538ED}" presName="iconBgRect" presStyleLbl="bgShp" presStyleIdx="2" presStyleCnt="4"/>
      <dgm:spPr>
        <a:prstGeom prst="round2DiagRect">
          <a:avLst>
            <a:gd name="adj1" fmla="val 29727"/>
            <a:gd name="adj2" fmla="val 0"/>
          </a:avLst>
        </a:prstGeom>
      </dgm:spPr>
    </dgm:pt>
    <dgm:pt modelId="{A115BF4D-83FC-4EAD-9AB8-ACCCC6193140}" type="pres">
      <dgm:prSet presAssocID="{3D83A268-36F0-4E0A-8BAB-D12D210538E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1D61477A-A07A-4C4A-B780-B80D71C6CA28}" type="pres">
      <dgm:prSet presAssocID="{3D83A268-36F0-4E0A-8BAB-D12D210538ED}" presName="spaceRect" presStyleCnt="0"/>
      <dgm:spPr/>
    </dgm:pt>
    <dgm:pt modelId="{B282D24B-C7E4-4D77-B129-55FAB4D5E262}" type="pres">
      <dgm:prSet presAssocID="{3D83A268-36F0-4E0A-8BAB-D12D210538ED}" presName="textRect" presStyleLbl="revTx" presStyleIdx="2" presStyleCnt="4">
        <dgm:presLayoutVars>
          <dgm:chMax val="1"/>
          <dgm:chPref val="1"/>
        </dgm:presLayoutVars>
      </dgm:prSet>
      <dgm:spPr/>
    </dgm:pt>
    <dgm:pt modelId="{7DC30A22-B8F4-44A5-A740-4E6089A7E3BF}" type="pres">
      <dgm:prSet presAssocID="{0FECB380-C126-4A5A-9ED6-C7C09827BAE6}" presName="sibTrans" presStyleCnt="0"/>
      <dgm:spPr/>
    </dgm:pt>
    <dgm:pt modelId="{F3A286D7-91BC-41C0-8AB4-E12A63BCB693}" type="pres">
      <dgm:prSet presAssocID="{D788C4F3-6F46-4934-9D34-DB6D7116B3DF}" presName="compNode" presStyleCnt="0"/>
      <dgm:spPr/>
    </dgm:pt>
    <dgm:pt modelId="{391B1748-AEBA-4C2D-A41B-993FD79AD697}" type="pres">
      <dgm:prSet presAssocID="{D788C4F3-6F46-4934-9D34-DB6D7116B3DF}" presName="iconBgRect" presStyleLbl="bgShp" presStyleIdx="3" presStyleCnt="4"/>
      <dgm:spPr>
        <a:prstGeom prst="round2DiagRect">
          <a:avLst>
            <a:gd name="adj1" fmla="val 29727"/>
            <a:gd name="adj2" fmla="val 0"/>
          </a:avLst>
        </a:prstGeom>
      </dgm:spPr>
    </dgm:pt>
    <dgm:pt modelId="{0964FFF6-9F35-4647-94DD-38F98446BFDC}" type="pres">
      <dgm:prSet presAssocID="{D788C4F3-6F46-4934-9D34-DB6D7116B3D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C5B71D8D-01C0-450C-8CAD-976EDA0B3518}" type="pres">
      <dgm:prSet presAssocID="{D788C4F3-6F46-4934-9D34-DB6D7116B3DF}" presName="spaceRect" presStyleCnt="0"/>
      <dgm:spPr/>
    </dgm:pt>
    <dgm:pt modelId="{73F69B19-03E7-4962-A1C7-AB20C6D82D21}" type="pres">
      <dgm:prSet presAssocID="{D788C4F3-6F46-4934-9D34-DB6D7116B3DF}" presName="textRect" presStyleLbl="revTx" presStyleIdx="3" presStyleCnt="4">
        <dgm:presLayoutVars>
          <dgm:chMax val="1"/>
          <dgm:chPref val="1"/>
        </dgm:presLayoutVars>
      </dgm:prSet>
      <dgm:spPr/>
    </dgm:pt>
  </dgm:ptLst>
  <dgm:cxnLst>
    <dgm:cxn modelId="{E89D4305-85BE-44E6-A4BF-556B6E061962}" type="presOf" srcId="{3D83A268-36F0-4E0A-8BAB-D12D210538ED}" destId="{B282D24B-C7E4-4D77-B129-55FAB4D5E262}" srcOrd="0" destOrd="0" presId="urn:microsoft.com/office/officeart/2018/5/layout/IconLeafLabelList"/>
    <dgm:cxn modelId="{F452210F-8283-4E63-8309-8F3451AF0F2D}" type="presOf" srcId="{65CBF26C-DC00-498A-B349-456B120C1BD2}" destId="{8D302478-C551-4C15-9387-51B1332BE0F1}" srcOrd="0" destOrd="0" presId="urn:microsoft.com/office/officeart/2018/5/layout/IconLeafLabelList"/>
    <dgm:cxn modelId="{78CA8A1F-C6D3-4117-90A5-A618109F0142}" srcId="{65CBF26C-DC00-498A-B349-456B120C1BD2}" destId="{D9543B11-E6F0-41B9-B94F-1B3C5DECD415}" srcOrd="1" destOrd="0" parTransId="{B94527BD-09AF-4789-BAE3-BC2D70046359}" sibTransId="{6C350F6B-3E7B-4D45-AC89-0C483E0D2752}"/>
    <dgm:cxn modelId="{EA5BBA29-521F-4F73-A847-C254ABCCF47D}" srcId="{65CBF26C-DC00-498A-B349-456B120C1BD2}" destId="{D788C4F3-6F46-4934-9D34-DB6D7116B3DF}" srcOrd="3" destOrd="0" parTransId="{6355A71D-C2CA-4BDC-A9AA-35D1F05ED31E}" sibTransId="{834603DF-D6CB-4721-8F3A-36E7D2DA9963}"/>
    <dgm:cxn modelId="{32286E59-5EB1-418C-9868-24B3FEF1D9CC}" type="presOf" srcId="{01C523C1-0B5D-4EED-913E-356EA471FDD2}" destId="{32310CA3-623B-4EBB-9ACB-B0ADC6436A02}" srcOrd="0" destOrd="0" presId="urn:microsoft.com/office/officeart/2018/5/layout/IconLeafLabelList"/>
    <dgm:cxn modelId="{1B43FD93-8134-4EDE-89CB-22B781BB1ECC}" srcId="{65CBF26C-DC00-498A-B349-456B120C1BD2}" destId="{01C523C1-0B5D-4EED-913E-356EA471FDD2}" srcOrd="0" destOrd="0" parTransId="{77A046AF-DC39-418B-BBC6-D87E18910709}" sibTransId="{E23B64B3-08AF-41EA-9A82-57E969E33574}"/>
    <dgm:cxn modelId="{684B3694-A509-450A-806A-8855CB70DF20}" srcId="{65CBF26C-DC00-498A-B349-456B120C1BD2}" destId="{3D83A268-36F0-4E0A-8BAB-D12D210538ED}" srcOrd="2" destOrd="0" parTransId="{AD91D6F1-4239-45B1-9473-C0F02D8B7C86}" sibTransId="{0FECB380-C126-4A5A-9ED6-C7C09827BAE6}"/>
    <dgm:cxn modelId="{C4AEC6BC-0F43-4928-BE35-ECB152669ADE}" type="presOf" srcId="{D9543B11-E6F0-41B9-B94F-1B3C5DECD415}" destId="{C7256445-C6D5-4783-BCB7-88CB4EDA833E}" srcOrd="0" destOrd="0" presId="urn:microsoft.com/office/officeart/2018/5/layout/IconLeafLabelList"/>
    <dgm:cxn modelId="{9DDF9BE0-0700-4918-9581-7BB27E410DB6}" type="presOf" srcId="{D788C4F3-6F46-4934-9D34-DB6D7116B3DF}" destId="{73F69B19-03E7-4962-A1C7-AB20C6D82D21}" srcOrd="0" destOrd="0" presId="urn:microsoft.com/office/officeart/2018/5/layout/IconLeafLabelList"/>
    <dgm:cxn modelId="{494B67CE-15A7-414F-AC6F-564887C3DD84}" type="presParOf" srcId="{8D302478-C551-4C15-9387-51B1332BE0F1}" destId="{91F4542A-531E-4D98-8574-7B2EDD558A0F}" srcOrd="0" destOrd="0" presId="urn:microsoft.com/office/officeart/2018/5/layout/IconLeafLabelList"/>
    <dgm:cxn modelId="{454299D5-C687-479C-8812-37DBFD8E311A}" type="presParOf" srcId="{91F4542A-531E-4D98-8574-7B2EDD558A0F}" destId="{062430F6-61E3-4AE1-868A-498076B6B2CC}" srcOrd="0" destOrd="0" presId="urn:microsoft.com/office/officeart/2018/5/layout/IconLeafLabelList"/>
    <dgm:cxn modelId="{B5548FA0-B591-4995-AD42-679C616A8BCB}" type="presParOf" srcId="{91F4542A-531E-4D98-8574-7B2EDD558A0F}" destId="{CF0032A6-1754-403E-8D37-0F699A8DEA2F}" srcOrd="1" destOrd="0" presId="urn:microsoft.com/office/officeart/2018/5/layout/IconLeafLabelList"/>
    <dgm:cxn modelId="{B3C4C599-7E64-4574-98C4-A38C0CDC6713}" type="presParOf" srcId="{91F4542A-531E-4D98-8574-7B2EDD558A0F}" destId="{C3DA0DD1-DAFD-4E58-8DF3-C8573F370006}" srcOrd="2" destOrd="0" presId="urn:microsoft.com/office/officeart/2018/5/layout/IconLeafLabelList"/>
    <dgm:cxn modelId="{E81D79A5-FDC7-45E5-8041-2800A70ADDB7}" type="presParOf" srcId="{91F4542A-531E-4D98-8574-7B2EDD558A0F}" destId="{32310CA3-623B-4EBB-9ACB-B0ADC6436A02}" srcOrd="3" destOrd="0" presId="urn:microsoft.com/office/officeart/2018/5/layout/IconLeafLabelList"/>
    <dgm:cxn modelId="{C4012D1E-2BE6-4E10-9981-2D6240552BD6}" type="presParOf" srcId="{8D302478-C551-4C15-9387-51B1332BE0F1}" destId="{5FB89D2C-D077-4A2D-B3A7-82CB35665493}" srcOrd="1" destOrd="0" presId="urn:microsoft.com/office/officeart/2018/5/layout/IconLeafLabelList"/>
    <dgm:cxn modelId="{E8D27EEA-04AE-453F-A10B-4CAFBCAD6C15}" type="presParOf" srcId="{8D302478-C551-4C15-9387-51B1332BE0F1}" destId="{1E47FC26-EE90-4D7B-923F-66F7D835BB4B}" srcOrd="2" destOrd="0" presId="urn:microsoft.com/office/officeart/2018/5/layout/IconLeafLabelList"/>
    <dgm:cxn modelId="{751477A4-B0C3-4193-9F97-D8A100756124}" type="presParOf" srcId="{1E47FC26-EE90-4D7B-923F-66F7D835BB4B}" destId="{D0D28C0D-4E02-46A1-9D5C-184069B14C61}" srcOrd="0" destOrd="0" presId="urn:microsoft.com/office/officeart/2018/5/layout/IconLeafLabelList"/>
    <dgm:cxn modelId="{C60759CF-F6C5-46BF-A39C-251A62E6BAC3}" type="presParOf" srcId="{1E47FC26-EE90-4D7B-923F-66F7D835BB4B}" destId="{859B749D-BA03-4AB2-9862-FAB562266825}" srcOrd="1" destOrd="0" presId="urn:microsoft.com/office/officeart/2018/5/layout/IconLeafLabelList"/>
    <dgm:cxn modelId="{F05F4C4F-027A-4831-A14E-F87576E5E0C0}" type="presParOf" srcId="{1E47FC26-EE90-4D7B-923F-66F7D835BB4B}" destId="{EAEAF4B1-EF0F-466E-BA0C-965576AFC29E}" srcOrd="2" destOrd="0" presId="urn:microsoft.com/office/officeart/2018/5/layout/IconLeafLabelList"/>
    <dgm:cxn modelId="{B42A59FE-6530-4B44-94BD-3253D11E27FE}" type="presParOf" srcId="{1E47FC26-EE90-4D7B-923F-66F7D835BB4B}" destId="{C7256445-C6D5-4783-BCB7-88CB4EDA833E}" srcOrd="3" destOrd="0" presId="urn:microsoft.com/office/officeart/2018/5/layout/IconLeafLabelList"/>
    <dgm:cxn modelId="{078E95FD-8985-4DEB-9D9D-39C6F54C1DB3}" type="presParOf" srcId="{8D302478-C551-4C15-9387-51B1332BE0F1}" destId="{9E18D667-8EA1-4F74-9FB7-9BCBEFA559A6}" srcOrd="3" destOrd="0" presId="urn:microsoft.com/office/officeart/2018/5/layout/IconLeafLabelList"/>
    <dgm:cxn modelId="{B37240B0-6A7A-417B-8D8B-6B0D537303D1}" type="presParOf" srcId="{8D302478-C551-4C15-9387-51B1332BE0F1}" destId="{494E87B8-B3F0-404B-B2BD-5D14471A18F9}" srcOrd="4" destOrd="0" presId="urn:microsoft.com/office/officeart/2018/5/layout/IconLeafLabelList"/>
    <dgm:cxn modelId="{B8699FE4-EEE7-4B39-9FF4-FC4942D344EF}" type="presParOf" srcId="{494E87B8-B3F0-404B-B2BD-5D14471A18F9}" destId="{DCEAD28B-C3D7-4C65-B94B-B176EF7CE494}" srcOrd="0" destOrd="0" presId="urn:microsoft.com/office/officeart/2018/5/layout/IconLeafLabelList"/>
    <dgm:cxn modelId="{F90AC312-749A-4731-B87F-1B673EEFB1FE}" type="presParOf" srcId="{494E87B8-B3F0-404B-B2BD-5D14471A18F9}" destId="{A115BF4D-83FC-4EAD-9AB8-ACCCC6193140}" srcOrd="1" destOrd="0" presId="urn:microsoft.com/office/officeart/2018/5/layout/IconLeafLabelList"/>
    <dgm:cxn modelId="{7F08B53F-C7C3-42A7-BE07-86BC52623B6E}" type="presParOf" srcId="{494E87B8-B3F0-404B-B2BD-5D14471A18F9}" destId="{1D61477A-A07A-4C4A-B780-B80D71C6CA28}" srcOrd="2" destOrd="0" presId="urn:microsoft.com/office/officeart/2018/5/layout/IconLeafLabelList"/>
    <dgm:cxn modelId="{567B4DE1-49F5-4D30-9ADE-BB9A4462CEB0}" type="presParOf" srcId="{494E87B8-B3F0-404B-B2BD-5D14471A18F9}" destId="{B282D24B-C7E4-4D77-B129-55FAB4D5E262}" srcOrd="3" destOrd="0" presId="urn:microsoft.com/office/officeart/2018/5/layout/IconLeafLabelList"/>
    <dgm:cxn modelId="{52D84224-4C06-4F36-9458-875DC3310CBC}" type="presParOf" srcId="{8D302478-C551-4C15-9387-51B1332BE0F1}" destId="{7DC30A22-B8F4-44A5-A740-4E6089A7E3BF}" srcOrd="5" destOrd="0" presId="urn:microsoft.com/office/officeart/2018/5/layout/IconLeafLabelList"/>
    <dgm:cxn modelId="{191DCC22-0364-43A8-944D-5318FDBDEE66}" type="presParOf" srcId="{8D302478-C551-4C15-9387-51B1332BE0F1}" destId="{F3A286D7-91BC-41C0-8AB4-E12A63BCB693}" srcOrd="6" destOrd="0" presId="urn:microsoft.com/office/officeart/2018/5/layout/IconLeafLabelList"/>
    <dgm:cxn modelId="{19CBC4DD-B094-4650-9F72-66DA0B57E828}" type="presParOf" srcId="{F3A286D7-91BC-41C0-8AB4-E12A63BCB693}" destId="{391B1748-AEBA-4C2D-A41B-993FD79AD697}" srcOrd="0" destOrd="0" presId="urn:microsoft.com/office/officeart/2018/5/layout/IconLeafLabelList"/>
    <dgm:cxn modelId="{7E37F804-CFA8-406C-A791-196C64076304}" type="presParOf" srcId="{F3A286D7-91BC-41C0-8AB4-E12A63BCB693}" destId="{0964FFF6-9F35-4647-94DD-38F98446BFDC}" srcOrd="1" destOrd="0" presId="urn:microsoft.com/office/officeart/2018/5/layout/IconLeafLabelList"/>
    <dgm:cxn modelId="{B688EB43-B21D-4CEA-BFAE-3A2F53956FEC}" type="presParOf" srcId="{F3A286D7-91BC-41C0-8AB4-E12A63BCB693}" destId="{C5B71D8D-01C0-450C-8CAD-976EDA0B3518}" srcOrd="2" destOrd="0" presId="urn:microsoft.com/office/officeart/2018/5/layout/IconLeafLabelList"/>
    <dgm:cxn modelId="{5D03B05F-211C-4FE3-B9D2-08786E654208}" type="presParOf" srcId="{F3A286D7-91BC-41C0-8AB4-E12A63BCB693}" destId="{73F69B19-03E7-4962-A1C7-AB20C6D82D21}"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6ADE72-3CC7-DA4A-AA35-D976BBB0395C}" type="doc">
      <dgm:prSet loTypeId="urn:microsoft.com/office/officeart/2005/8/layout/default" loCatId="list" qsTypeId="urn:microsoft.com/office/officeart/2005/8/quickstyle/simple5" qsCatId="simple" csTypeId="urn:microsoft.com/office/officeart/2005/8/colors/colorful5" csCatId="colorful" phldr="1"/>
      <dgm:spPr/>
      <dgm:t>
        <a:bodyPr/>
        <a:lstStyle/>
        <a:p>
          <a:endParaRPr lang="en-US"/>
        </a:p>
      </dgm:t>
    </dgm:pt>
    <dgm:pt modelId="{07E847FB-2534-3345-816F-33B6CBCE35EA}">
      <dgm:prSet phldrT="[Text]"/>
      <dgm:spPr/>
      <dgm:t>
        <a:bodyPr/>
        <a:lstStyle/>
        <a:p>
          <a:r>
            <a:rPr lang="en-US" dirty="0"/>
            <a:t>Business Idea</a:t>
          </a:r>
        </a:p>
      </dgm:t>
    </dgm:pt>
    <dgm:pt modelId="{96B21882-97AB-5942-A13B-57B99FC5B595}" type="parTrans" cxnId="{FFB0AF12-C483-7149-B014-2B1F3CC4C97C}">
      <dgm:prSet/>
      <dgm:spPr/>
      <dgm:t>
        <a:bodyPr/>
        <a:lstStyle/>
        <a:p>
          <a:endParaRPr lang="en-US"/>
        </a:p>
      </dgm:t>
    </dgm:pt>
    <dgm:pt modelId="{AEEF19E7-3FF2-4240-A516-C413CFE025E6}" type="sibTrans" cxnId="{FFB0AF12-C483-7149-B014-2B1F3CC4C97C}">
      <dgm:prSet/>
      <dgm:spPr/>
      <dgm:t>
        <a:bodyPr/>
        <a:lstStyle/>
        <a:p>
          <a:endParaRPr lang="en-US"/>
        </a:p>
      </dgm:t>
    </dgm:pt>
    <dgm:pt modelId="{97854FBC-8C21-E94C-ACF1-34D511EF7420}">
      <dgm:prSet phldrT="[Text]"/>
      <dgm:spPr/>
      <dgm:t>
        <a:bodyPr/>
        <a:lstStyle/>
        <a:p>
          <a:r>
            <a:rPr lang="en-US" dirty="0"/>
            <a:t>Backlog</a:t>
          </a:r>
        </a:p>
      </dgm:t>
    </dgm:pt>
    <dgm:pt modelId="{BEDBCB42-61D7-6B47-A6DD-257989787418}" type="parTrans" cxnId="{13D2A269-3561-DE49-B35D-672B53A3E3FF}">
      <dgm:prSet/>
      <dgm:spPr/>
      <dgm:t>
        <a:bodyPr/>
        <a:lstStyle/>
        <a:p>
          <a:endParaRPr lang="en-US"/>
        </a:p>
      </dgm:t>
    </dgm:pt>
    <dgm:pt modelId="{89BCBC8B-5192-0940-AE9F-5B0785BE8CDD}" type="sibTrans" cxnId="{13D2A269-3561-DE49-B35D-672B53A3E3FF}">
      <dgm:prSet/>
      <dgm:spPr/>
      <dgm:t>
        <a:bodyPr/>
        <a:lstStyle/>
        <a:p>
          <a:endParaRPr lang="en-US"/>
        </a:p>
      </dgm:t>
    </dgm:pt>
    <dgm:pt modelId="{D366DB01-1E0D-4F4F-83B2-16544FF211A9}">
      <dgm:prSet phldrT="[Text]"/>
      <dgm:spPr/>
      <dgm:t>
        <a:bodyPr/>
        <a:lstStyle/>
        <a:p>
          <a:r>
            <a:rPr lang="en-US" dirty="0"/>
            <a:t>User Stories</a:t>
          </a:r>
        </a:p>
      </dgm:t>
    </dgm:pt>
    <dgm:pt modelId="{C377C5AF-A0BA-844F-BB80-CAB74C298FDA}" type="parTrans" cxnId="{E9CAB945-CE77-2D40-ADAD-254CAED1C4D0}">
      <dgm:prSet/>
      <dgm:spPr/>
      <dgm:t>
        <a:bodyPr/>
        <a:lstStyle/>
        <a:p>
          <a:endParaRPr lang="en-US"/>
        </a:p>
      </dgm:t>
    </dgm:pt>
    <dgm:pt modelId="{ED7AF832-BC1A-4C49-B78D-D6A0AAFF3CC5}" type="sibTrans" cxnId="{E9CAB945-CE77-2D40-ADAD-254CAED1C4D0}">
      <dgm:prSet/>
      <dgm:spPr/>
      <dgm:t>
        <a:bodyPr/>
        <a:lstStyle/>
        <a:p>
          <a:endParaRPr lang="en-US"/>
        </a:p>
      </dgm:t>
    </dgm:pt>
    <dgm:pt modelId="{59A74939-81DE-D847-A604-7B3C05C73C8E}">
      <dgm:prSet phldrT="[Text]"/>
      <dgm:spPr/>
      <dgm:t>
        <a:bodyPr/>
        <a:lstStyle/>
        <a:p>
          <a:r>
            <a:rPr lang="en-US" dirty="0"/>
            <a:t>Code</a:t>
          </a:r>
        </a:p>
      </dgm:t>
    </dgm:pt>
    <dgm:pt modelId="{B2A4BB18-4D9F-EA4C-ADDA-B3BF4E6E6259}" type="parTrans" cxnId="{37856DAD-CBCB-744E-87BC-61540F586564}">
      <dgm:prSet/>
      <dgm:spPr/>
      <dgm:t>
        <a:bodyPr/>
        <a:lstStyle/>
        <a:p>
          <a:endParaRPr lang="en-US"/>
        </a:p>
      </dgm:t>
    </dgm:pt>
    <dgm:pt modelId="{D05B8D8B-C6B5-654C-86BD-9CB38CD67F61}" type="sibTrans" cxnId="{37856DAD-CBCB-744E-87BC-61540F586564}">
      <dgm:prSet/>
      <dgm:spPr/>
      <dgm:t>
        <a:bodyPr/>
        <a:lstStyle/>
        <a:p>
          <a:endParaRPr lang="en-US"/>
        </a:p>
      </dgm:t>
    </dgm:pt>
    <dgm:pt modelId="{6B680317-B4D4-2448-83C9-2A3653D73A47}">
      <dgm:prSet phldrT="[Text]"/>
      <dgm:spPr/>
      <dgm:t>
        <a:bodyPr/>
        <a:lstStyle/>
        <a:p>
          <a:r>
            <a:rPr lang="en-US" dirty="0"/>
            <a:t>Version Control</a:t>
          </a:r>
        </a:p>
      </dgm:t>
    </dgm:pt>
    <dgm:pt modelId="{1C400B39-77CF-6846-97CB-CAC5E31836B0}" type="parTrans" cxnId="{007CA6C9-559C-474C-81E5-77CE7B5DA996}">
      <dgm:prSet/>
      <dgm:spPr/>
      <dgm:t>
        <a:bodyPr/>
        <a:lstStyle/>
        <a:p>
          <a:endParaRPr lang="en-US"/>
        </a:p>
      </dgm:t>
    </dgm:pt>
    <dgm:pt modelId="{E1CD2433-B859-2747-BA69-DE69F3DEB737}" type="sibTrans" cxnId="{007CA6C9-559C-474C-81E5-77CE7B5DA996}">
      <dgm:prSet/>
      <dgm:spPr/>
      <dgm:t>
        <a:bodyPr/>
        <a:lstStyle/>
        <a:p>
          <a:endParaRPr lang="en-US"/>
        </a:p>
      </dgm:t>
    </dgm:pt>
    <dgm:pt modelId="{B083CD41-BAF8-0945-A165-640CC7586092}">
      <dgm:prSet phldrT="[Text]"/>
      <dgm:spPr/>
      <dgm:t>
        <a:bodyPr/>
        <a:lstStyle/>
        <a:p>
          <a:r>
            <a:rPr lang="en-US" dirty="0"/>
            <a:t>Testing</a:t>
          </a:r>
        </a:p>
      </dgm:t>
    </dgm:pt>
    <dgm:pt modelId="{478F97A3-8997-E146-9320-1809A72ED861}" type="parTrans" cxnId="{69E7AAD0-A900-B74C-9394-DECE6947FC77}">
      <dgm:prSet/>
      <dgm:spPr/>
      <dgm:t>
        <a:bodyPr/>
        <a:lstStyle/>
        <a:p>
          <a:endParaRPr lang="en-US"/>
        </a:p>
      </dgm:t>
    </dgm:pt>
    <dgm:pt modelId="{92996141-491D-1B49-9B29-FE1BB3DF3A7A}" type="sibTrans" cxnId="{69E7AAD0-A900-B74C-9394-DECE6947FC77}">
      <dgm:prSet/>
      <dgm:spPr/>
      <dgm:t>
        <a:bodyPr/>
        <a:lstStyle/>
        <a:p>
          <a:endParaRPr lang="en-US"/>
        </a:p>
      </dgm:t>
    </dgm:pt>
    <dgm:pt modelId="{869AD312-0FB6-124C-81D0-83FD25B74AA5}">
      <dgm:prSet phldrT="[Text]"/>
      <dgm:spPr/>
      <dgm:t>
        <a:bodyPr/>
        <a:lstStyle/>
        <a:p>
          <a:r>
            <a:rPr lang="en-US" dirty="0"/>
            <a:t>Deployment</a:t>
          </a:r>
        </a:p>
      </dgm:t>
    </dgm:pt>
    <dgm:pt modelId="{61321B3C-8A86-4243-9250-416A5793204C}" type="parTrans" cxnId="{2F7D7E56-7DA3-BA40-ADB7-24A3D804B2B7}">
      <dgm:prSet/>
      <dgm:spPr/>
      <dgm:t>
        <a:bodyPr/>
        <a:lstStyle/>
        <a:p>
          <a:endParaRPr lang="en-US"/>
        </a:p>
      </dgm:t>
    </dgm:pt>
    <dgm:pt modelId="{E070BC41-C02A-5B4A-88C5-2F5A034A38B4}" type="sibTrans" cxnId="{2F7D7E56-7DA3-BA40-ADB7-24A3D804B2B7}">
      <dgm:prSet/>
      <dgm:spPr/>
      <dgm:t>
        <a:bodyPr/>
        <a:lstStyle/>
        <a:p>
          <a:endParaRPr lang="en-US"/>
        </a:p>
      </dgm:t>
    </dgm:pt>
    <dgm:pt modelId="{A175CD1F-399D-674F-88CF-7DE4E57D4AD5}">
      <dgm:prSet phldrT="[Text]"/>
      <dgm:spPr/>
      <dgm:t>
        <a:bodyPr/>
        <a:lstStyle/>
        <a:p>
          <a:r>
            <a:rPr lang="en-US" dirty="0"/>
            <a:t>Production </a:t>
          </a:r>
        </a:p>
      </dgm:t>
    </dgm:pt>
    <dgm:pt modelId="{EFFE94D2-144D-9948-8142-6C1BA30A3F63}" type="parTrans" cxnId="{34D813CF-A3B6-3C44-9F25-6044370B4B94}">
      <dgm:prSet/>
      <dgm:spPr/>
      <dgm:t>
        <a:bodyPr/>
        <a:lstStyle/>
        <a:p>
          <a:endParaRPr lang="en-US"/>
        </a:p>
      </dgm:t>
    </dgm:pt>
    <dgm:pt modelId="{2222B194-EFFE-B542-A0EA-51E96EA830B0}" type="sibTrans" cxnId="{34D813CF-A3B6-3C44-9F25-6044370B4B94}">
      <dgm:prSet/>
      <dgm:spPr/>
      <dgm:t>
        <a:bodyPr/>
        <a:lstStyle/>
        <a:p>
          <a:endParaRPr lang="en-US"/>
        </a:p>
      </dgm:t>
    </dgm:pt>
    <dgm:pt modelId="{6F2C26B5-FA82-964C-AE39-7440853D4080}">
      <dgm:prSet phldrT="[Text]"/>
      <dgm:spPr/>
      <dgm:t>
        <a:bodyPr/>
        <a:lstStyle/>
        <a:p>
          <a:r>
            <a:rPr lang="en-US" dirty="0"/>
            <a:t>Submission to Customer + Feedback</a:t>
          </a:r>
        </a:p>
      </dgm:t>
    </dgm:pt>
    <dgm:pt modelId="{6B84AE3C-CC69-0C45-9A60-8DD05F77954F}" type="parTrans" cxnId="{D462CE1F-5BC3-854D-9C87-DAA90AF25EA9}">
      <dgm:prSet/>
      <dgm:spPr/>
      <dgm:t>
        <a:bodyPr/>
        <a:lstStyle/>
        <a:p>
          <a:endParaRPr lang="en-US"/>
        </a:p>
      </dgm:t>
    </dgm:pt>
    <dgm:pt modelId="{2584622B-6696-534E-B88A-37D97FF32DA0}" type="sibTrans" cxnId="{D462CE1F-5BC3-854D-9C87-DAA90AF25EA9}">
      <dgm:prSet/>
      <dgm:spPr/>
      <dgm:t>
        <a:bodyPr/>
        <a:lstStyle/>
        <a:p>
          <a:endParaRPr lang="en-US"/>
        </a:p>
      </dgm:t>
    </dgm:pt>
    <dgm:pt modelId="{4B2250F4-92C7-1643-837F-0DC7B53F4CC8}" type="pres">
      <dgm:prSet presAssocID="{7F6ADE72-3CC7-DA4A-AA35-D976BBB0395C}" presName="diagram" presStyleCnt="0">
        <dgm:presLayoutVars>
          <dgm:dir/>
          <dgm:resizeHandles val="exact"/>
        </dgm:presLayoutVars>
      </dgm:prSet>
      <dgm:spPr/>
    </dgm:pt>
    <dgm:pt modelId="{8C4FB21D-9C63-AE44-B056-22FB87B65D4E}" type="pres">
      <dgm:prSet presAssocID="{07E847FB-2534-3345-816F-33B6CBCE35EA}" presName="node" presStyleLbl="node1" presStyleIdx="0" presStyleCnt="9">
        <dgm:presLayoutVars>
          <dgm:bulletEnabled val="1"/>
        </dgm:presLayoutVars>
      </dgm:prSet>
      <dgm:spPr/>
    </dgm:pt>
    <dgm:pt modelId="{A4ECF7F1-703B-4A4A-BCC7-EF81FC21B3A3}" type="pres">
      <dgm:prSet presAssocID="{AEEF19E7-3FF2-4240-A516-C413CFE025E6}" presName="sibTrans" presStyleCnt="0"/>
      <dgm:spPr/>
    </dgm:pt>
    <dgm:pt modelId="{EC64A26F-436C-B949-89D3-99D181F5AD01}" type="pres">
      <dgm:prSet presAssocID="{97854FBC-8C21-E94C-ACF1-34D511EF7420}" presName="node" presStyleLbl="node1" presStyleIdx="1" presStyleCnt="9">
        <dgm:presLayoutVars>
          <dgm:bulletEnabled val="1"/>
        </dgm:presLayoutVars>
      </dgm:prSet>
      <dgm:spPr/>
    </dgm:pt>
    <dgm:pt modelId="{BEEC1FC8-4F06-D04D-85C7-2DC1E7EABFD7}" type="pres">
      <dgm:prSet presAssocID="{89BCBC8B-5192-0940-AE9F-5B0785BE8CDD}" presName="sibTrans" presStyleCnt="0"/>
      <dgm:spPr/>
    </dgm:pt>
    <dgm:pt modelId="{11DC0A3A-573E-D94C-93CD-414E3DD000D6}" type="pres">
      <dgm:prSet presAssocID="{D366DB01-1E0D-4F4F-83B2-16544FF211A9}" presName="node" presStyleLbl="node1" presStyleIdx="2" presStyleCnt="9">
        <dgm:presLayoutVars>
          <dgm:bulletEnabled val="1"/>
        </dgm:presLayoutVars>
      </dgm:prSet>
      <dgm:spPr/>
    </dgm:pt>
    <dgm:pt modelId="{7B655A4F-7E5E-604C-B1A8-A71E8BEC4305}" type="pres">
      <dgm:prSet presAssocID="{ED7AF832-BC1A-4C49-B78D-D6A0AAFF3CC5}" presName="sibTrans" presStyleCnt="0"/>
      <dgm:spPr/>
    </dgm:pt>
    <dgm:pt modelId="{315526BF-6430-424F-9AF8-E3C7165BCB22}" type="pres">
      <dgm:prSet presAssocID="{59A74939-81DE-D847-A604-7B3C05C73C8E}" presName="node" presStyleLbl="node1" presStyleIdx="3" presStyleCnt="9">
        <dgm:presLayoutVars>
          <dgm:bulletEnabled val="1"/>
        </dgm:presLayoutVars>
      </dgm:prSet>
      <dgm:spPr/>
    </dgm:pt>
    <dgm:pt modelId="{DEB8EF01-A4CC-B84A-AF1E-C1DD3B523CDA}" type="pres">
      <dgm:prSet presAssocID="{D05B8D8B-C6B5-654C-86BD-9CB38CD67F61}" presName="sibTrans" presStyleCnt="0"/>
      <dgm:spPr/>
    </dgm:pt>
    <dgm:pt modelId="{34D43B9B-1A5D-1745-97D4-976B3A29A002}" type="pres">
      <dgm:prSet presAssocID="{6B680317-B4D4-2448-83C9-2A3653D73A47}" presName="node" presStyleLbl="node1" presStyleIdx="4" presStyleCnt="9">
        <dgm:presLayoutVars>
          <dgm:bulletEnabled val="1"/>
        </dgm:presLayoutVars>
      </dgm:prSet>
      <dgm:spPr/>
    </dgm:pt>
    <dgm:pt modelId="{DE212642-3F72-BF40-AE08-2088A9DE1725}" type="pres">
      <dgm:prSet presAssocID="{E1CD2433-B859-2747-BA69-DE69F3DEB737}" presName="sibTrans" presStyleCnt="0"/>
      <dgm:spPr/>
    </dgm:pt>
    <dgm:pt modelId="{8A8270C4-8212-CF4F-BD60-0B3DCC9D4453}" type="pres">
      <dgm:prSet presAssocID="{B083CD41-BAF8-0945-A165-640CC7586092}" presName="node" presStyleLbl="node1" presStyleIdx="5" presStyleCnt="9">
        <dgm:presLayoutVars>
          <dgm:bulletEnabled val="1"/>
        </dgm:presLayoutVars>
      </dgm:prSet>
      <dgm:spPr/>
    </dgm:pt>
    <dgm:pt modelId="{D0C87720-91F9-2446-91B1-105DD81C925A}" type="pres">
      <dgm:prSet presAssocID="{92996141-491D-1B49-9B29-FE1BB3DF3A7A}" presName="sibTrans" presStyleCnt="0"/>
      <dgm:spPr/>
    </dgm:pt>
    <dgm:pt modelId="{7964FE97-99A6-F741-BEC4-6E3F593A9A52}" type="pres">
      <dgm:prSet presAssocID="{869AD312-0FB6-124C-81D0-83FD25B74AA5}" presName="node" presStyleLbl="node1" presStyleIdx="6" presStyleCnt="9">
        <dgm:presLayoutVars>
          <dgm:bulletEnabled val="1"/>
        </dgm:presLayoutVars>
      </dgm:prSet>
      <dgm:spPr/>
    </dgm:pt>
    <dgm:pt modelId="{611E320A-B963-074F-AA17-2D118B018273}" type="pres">
      <dgm:prSet presAssocID="{E070BC41-C02A-5B4A-88C5-2F5A034A38B4}" presName="sibTrans" presStyleCnt="0"/>
      <dgm:spPr/>
    </dgm:pt>
    <dgm:pt modelId="{3D034FB2-845F-4E44-85DB-E137A41DA27B}" type="pres">
      <dgm:prSet presAssocID="{A175CD1F-399D-674F-88CF-7DE4E57D4AD5}" presName="node" presStyleLbl="node1" presStyleIdx="7" presStyleCnt="9">
        <dgm:presLayoutVars>
          <dgm:bulletEnabled val="1"/>
        </dgm:presLayoutVars>
      </dgm:prSet>
      <dgm:spPr/>
    </dgm:pt>
    <dgm:pt modelId="{7991A741-8B18-3444-BC42-E860FF229869}" type="pres">
      <dgm:prSet presAssocID="{2222B194-EFFE-B542-A0EA-51E96EA830B0}" presName="sibTrans" presStyleCnt="0"/>
      <dgm:spPr/>
    </dgm:pt>
    <dgm:pt modelId="{EB4B0936-DDA2-9445-848B-0ECD997A0065}" type="pres">
      <dgm:prSet presAssocID="{6F2C26B5-FA82-964C-AE39-7440853D4080}" presName="node" presStyleLbl="node1" presStyleIdx="8" presStyleCnt="9">
        <dgm:presLayoutVars>
          <dgm:bulletEnabled val="1"/>
        </dgm:presLayoutVars>
      </dgm:prSet>
      <dgm:spPr/>
    </dgm:pt>
  </dgm:ptLst>
  <dgm:cxnLst>
    <dgm:cxn modelId="{BFACD90B-5D47-0848-8D17-A29E2B6DA3CD}" type="presOf" srcId="{7F6ADE72-3CC7-DA4A-AA35-D976BBB0395C}" destId="{4B2250F4-92C7-1643-837F-0DC7B53F4CC8}" srcOrd="0" destOrd="0" presId="urn:microsoft.com/office/officeart/2005/8/layout/default"/>
    <dgm:cxn modelId="{FD094A0C-3A12-8348-9607-F80C9D786470}" type="presOf" srcId="{869AD312-0FB6-124C-81D0-83FD25B74AA5}" destId="{7964FE97-99A6-F741-BEC4-6E3F593A9A52}" srcOrd="0" destOrd="0" presId="urn:microsoft.com/office/officeart/2005/8/layout/default"/>
    <dgm:cxn modelId="{FFB0AF12-C483-7149-B014-2B1F3CC4C97C}" srcId="{7F6ADE72-3CC7-DA4A-AA35-D976BBB0395C}" destId="{07E847FB-2534-3345-816F-33B6CBCE35EA}" srcOrd="0" destOrd="0" parTransId="{96B21882-97AB-5942-A13B-57B99FC5B595}" sibTransId="{AEEF19E7-3FF2-4240-A516-C413CFE025E6}"/>
    <dgm:cxn modelId="{D462CE1F-5BC3-854D-9C87-DAA90AF25EA9}" srcId="{7F6ADE72-3CC7-DA4A-AA35-D976BBB0395C}" destId="{6F2C26B5-FA82-964C-AE39-7440853D4080}" srcOrd="8" destOrd="0" parTransId="{6B84AE3C-CC69-0C45-9A60-8DD05F77954F}" sibTransId="{2584622B-6696-534E-B88A-37D97FF32DA0}"/>
    <dgm:cxn modelId="{046DCC23-0219-FB43-B755-52B4D2F9452E}" type="presOf" srcId="{59A74939-81DE-D847-A604-7B3C05C73C8E}" destId="{315526BF-6430-424F-9AF8-E3C7165BCB22}" srcOrd="0" destOrd="0" presId="urn:microsoft.com/office/officeart/2005/8/layout/default"/>
    <dgm:cxn modelId="{3BEDEA44-B3E3-174E-A6A3-6B35EFAF9678}" type="presOf" srcId="{6B680317-B4D4-2448-83C9-2A3653D73A47}" destId="{34D43B9B-1A5D-1745-97D4-976B3A29A002}" srcOrd="0" destOrd="0" presId="urn:microsoft.com/office/officeart/2005/8/layout/default"/>
    <dgm:cxn modelId="{E9CAB945-CE77-2D40-ADAD-254CAED1C4D0}" srcId="{7F6ADE72-3CC7-DA4A-AA35-D976BBB0395C}" destId="{D366DB01-1E0D-4F4F-83B2-16544FF211A9}" srcOrd="2" destOrd="0" parTransId="{C377C5AF-A0BA-844F-BB80-CAB74C298FDA}" sibTransId="{ED7AF832-BC1A-4C49-B78D-D6A0AAFF3CC5}"/>
    <dgm:cxn modelId="{2F7D7E56-7DA3-BA40-ADB7-24A3D804B2B7}" srcId="{7F6ADE72-3CC7-DA4A-AA35-D976BBB0395C}" destId="{869AD312-0FB6-124C-81D0-83FD25B74AA5}" srcOrd="6" destOrd="0" parTransId="{61321B3C-8A86-4243-9250-416A5793204C}" sibTransId="{E070BC41-C02A-5B4A-88C5-2F5A034A38B4}"/>
    <dgm:cxn modelId="{12CD4458-C79A-F443-AB7F-E1943FCAA562}" type="presOf" srcId="{07E847FB-2534-3345-816F-33B6CBCE35EA}" destId="{8C4FB21D-9C63-AE44-B056-22FB87B65D4E}" srcOrd="0" destOrd="0" presId="urn:microsoft.com/office/officeart/2005/8/layout/default"/>
    <dgm:cxn modelId="{13D2A269-3561-DE49-B35D-672B53A3E3FF}" srcId="{7F6ADE72-3CC7-DA4A-AA35-D976BBB0395C}" destId="{97854FBC-8C21-E94C-ACF1-34D511EF7420}" srcOrd="1" destOrd="0" parTransId="{BEDBCB42-61D7-6B47-A6DD-257989787418}" sibTransId="{89BCBC8B-5192-0940-AE9F-5B0785BE8CDD}"/>
    <dgm:cxn modelId="{089F3F6F-13AE-6240-8A46-1AA4428F3836}" type="presOf" srcId="{97854FBC-8C21-E94C-ACF1-34D511EF7420}" destId="{EC64A26F-436C-B949-89D3-99D181F5AD01}" srcOrd="0" destOrd="0" presId="urn:microsoft.com/office/officeart/2005/8/layout/default"/>
    <dgm:cxn modelId="{A9842990-0580-AB48-B6C1-4AA3A82F1E10}" type="presOf" srcId="{D366DB01-1E0D-4F4F-83B2-16544FF211A9}" destId="{11DC0A3A-573E-D94C-93CD-414E3DD000D6}" srcOrd="0" destOrd="0" presId="urn:microsoft.com/office/officeart/2005/8/layout/default"/>
    <dgm:cxn modelId="{47C6AC91-8CA3-9D4B-896F-6ECF7CD5DEB7}" type="presOf" srcId="{B083CD41-BAF8-0945-A165-640CC7586092}" destId="{8A8270C4-8212-CF4F-BD60-0B3DCC9D4453}" srcOrd="0" destOrd="0" presId="urn:microsoft.com/office/officeart/2005/8/layout/default"/>
    <dgm:cxn modelId="{1763A2AA-5B62-CE42-9E94-66FD3474D79B}" type="presOf" srcId="{6F2C26B5-FA82-964C-AE39-7440853D4080}" destId="{EB4B0936-DDA2-9445-848B-0ECD997A0065}" srcOrd="0" destOrd="0" presId="urn:microsoft.com/office/officeart/2005/8/layout/default"/>
    <dgm:cxn modelId="{37856DAD-CBCB-744E-87BC-61540F586564}" srcId="{7F6ADE72-3CC7-DA4A-AA35-D976BBB0395C}" destId="{59A74939-81DE-D847-A604-7B3C05C73C8E}" srcOrd="3" destOrd="0" parTransId="{B2A4BB18-4D9F-EA4C-ADDA-B3BF4E6E6259}" sibTransId="{D05B8D8B-C6B5-654C-86BD-9CB38CD67F61}"/>
    <dgm:cxn modelId="{007CA6C9-559C-474C-81E5-77CE7B5DA996}" srcId="{7F6ADE72-3CC7-DA4A-AA35-D976BBB0395C}" destId="{6B680317-B4D4-2448-83C9-2A3653D73A47}" srcOrd="4" destOrd="0" parTransId="{1C400B39-77CF-6846-97CB-CAC5E31836B0}" sibTransId="{E1CD2433-B859-2747-BA69-DE69F3DEB737}"/>
    <dgm:cxn modelId="{34D813CF-A3B6-3C44-9F25-6044370B4B94}" srcId="{7F6ADE72-3CC7-DA4A-AA35-D976BBB0395C}" destId="{A175CD1F-399D-674F-88CF-7DE4E57D4AD5}" srcOrd="7" destOrd="0" parTransId="{EFFE94D2-144D-9948-8142-6C1BA30A3F63}" sibTransId="{2222B194-EFFE-B542-A0EA-51E96EA830B0}"/>
    <dgm:cxn modelId="{69E7AAD0-A900-B74C-9394-DECE6947FC77}" srcId="{7F6ADE72-3CC7-DA4A-AA35-D976BBB0395C}" destId="{B083CD41-BAF8-0945-A165-640CC7586092}" srcOrd="5" destOrd="0" parTransId="{478F97A3-8997-E146-9320-1809A72ED861}" sibTransId="{92996141-491D-1B49-9B29-FE1BB3DF3A7A}"/>
    <dgm:cxn modelId="{04236FFF-D45B-204D-BDB8-DF926E75A394}" type="presOf" srcId="{A175CD1F-399D-674F-88CF-7DE4E57D4AD5}" destId="{3D034FB2-845F-4E44-85DB-E137A41DA27B}" srcOrd="0" destOrd="0" presId="urn:microsoft.com/office/officeart/2005/8/layout/default"/>
    <dgm:cxn modelId="{66952090-7C7E-AF4C-89DC-03251FDA92F6}" type="presParOf" srcId="{4B2250F4-92C7-1643-837F-0DC7B53F4CC8}" destId="{8C4FB21D-9C63-AE44-B056-22FB87B65D4E}" srcOrd="0" destOrd="0" presId="urn:microsoft.com/office/officeart/2005/8/layout/default"/>
    <dgm:cxn modelId="{D7134470-0330-2842-AF4E-26ED01B5AA15}" type="presParOf" srcId="{4B2250F4-92C7-1643-837F-0DC7B53F4CC8}" destId="{A4ECF7F1-703B-4A4A-BCC7-EF81FC21B3A3}" srcOrd="1" destOrd="0" presId="urn:microsoft.com/office/officeart/2005/8/layout/default"/>
    <dgm:cxn modelId="{EA3EC8EE-B220-F346-99BD-704B94C327DC}" type="presParOf" srcId="{4B2250F4-92C7-1643-837F-0DC7B53F4CC8}" destId="{EC64A26F-436C-B949-89D3-99D181F5AD01}" srcOrd="2" destOrd="0" presId="urn:microsoft.com/office/officeart/2005/8/layout/default"/>
    <dgm:cxn modelId="{C8314E5F-CA88-2B48-9D99-8CDA67FBD924}" type="presParOf" srcId="{4B2250F4-92C7-1643-837F-0DC7B53F4CC8}" destId="{BEEC1FC8-4F06-D04D-85C7-2DC1E7EABFD7}" srcOrd="3" destOrd="0" presId="urn:microsoft.com/office/officeart/2005/8/layout/default"/>
    <dgm:cxn modelId="{08B10F14-F7E6-FD44-82CD-97FE8C160281}" type="presParOf" srcId="{4B2250F4-92C7-1643-837F-0DC7B53F4CC8}" destId="{11DC0A3A-573E-D94C-93CD-414E3DD000D6}" srcOrd="4" destOrd="0" presId="urn:microsoft.com/office/officeart/2005/8/layout/default"/>
    <dgm:cxn modelId="{5AF79CB2-F0E1-4E46-A8F8-E837046D88E1}" type="presParOf" srcId="{4B2250F4-92C7-1643-837F-0DC7B53F4CC8}" destId="{7B655A4F-7E5E-604C-B1A8-A71E8BEC4305}" srcOrd="5" destOrd="0" presId="urn:microsoft.com/office/officeart/2005/8/layout/default"/>
    <dgm:cxn modelId="{4FE0C9B6-C3A8-D747-A915-7E00F3768497}" type="presParOf" srcId="{4B2250F4-92C7-1643-837F-0DC7B53F4CC8}" destId="{315526BF-6430-424F-9AF8-E3C7165BCB22}" srcOrd="6" destOrd="0" presId="urn:microsoft.com/office/officeart/2005/8/layout/default"/>
    <dgm:cxn modelId="{D1001DE0-1E4A-E042-8716-DBF41BA34CC1}" type="presParOf" srcId="{4B2250F4-92C7-1643-837F-0DC7B53F4CC8}" destId="{DEB8EF01-A4CC-B84A-AF1E-C1DD3B523CDA}" srcOrd="7" destOrd="0" presId="urn:microsoft.com/office/officeart/2005/8/layout/default"/>
    <dgm:cxn modelId="{477D55FD-6EE1-E14A-AA7D-E5E91036FBDB}" type="presParOf" srcId="{4B2250F4-92C7-1643-837F-0DC7B53F4CC8}" destId="{34D43B9B-1A5D-1745-97D4-976B3A29A002}" srcOrd="8" destOrd="0" presId="urn:microsoft.com/office/officeart/2005/8/layout/default"/>
    <dgm:cxn modelId="{4730875C-FBB7-8B49-9E75-D0719EF19794}" type="presParOf" srcId="{4B2250F4-92C7-1643-837F-0DC7B53F4CC8}" destId="{DE212642-3F72-BF40-AE08-2088A9DE1725}" srcOrd="9" destOrd="0" presId="urn:microsoft.com/office/officeart/2005/8/layout/default"/>
    <dgm:cxn modelId="{2B7805BD-56C9-5647-ABE3-E12238A5E880}" type="presParOf" srcId="{4B2250F4-92C7-1643-837F-0DC7B53F4CC8}" destId="{8A8270C4-8212-CF4F-BD60-0B3DCC9D4453}" srcOrd="10" destOrd="0" presId="urn:microsoft.com/office/officeart/2005/8/layout/default"/>
    <dgm:cxn modelId="{71ACCD1A-6C3F-F041-97E9-5F07CADC0BA0}" type="presParOf" srcId="{4B2250F4-92C7-1643-837F-0DC7B53F4CC8}" destId="{D0C87720-91F9-2446-91B1-105DD81C925A}" srcOrd="11" destOrd="0" presId="urn:microsoft.com/office/officeart/2005/8/layout/default"/>
    <dgm:cxn modelId="{D9E310B4-327F-FE48-9C0F-AC33567B414B}" type="presParOf" srcId="{4B2250F4-92C7-1643-837F-0DC7B53F4CC8}" destId="{7964FE97-99A6-F741-BEC4-6E3F593A9A52}" srcOrd="12" destOrd="0" presId="urn:microsoft.com/office/officeart/2005/8/layout/default"/>
    <dgm:cxn modelId="{C29ED21B-5625-474C-BFF5-B24C4B6A0862}" type="presParOf" srcId="{4B2250F4-92C7-1643-837F-0DC7B53F4CC8}" destId="{611E320A-B963-074F-AA17-2D118B018273}" srcOrd="13" destOrd="0" presId="urn:microsoft.com/office/officeart/2005/8/layout/default"/>
    <dgm:cxn modelId="{692635C3-03CB-A747-8353-BA4725EF74A2}" type="presParOf" srcId="{4B2250F4-92C7-1643-837F-0DC7B53F4CC8}" destId="{3D034FB2-845F-4E44-85DB-E137A41DA27B}" srcOrd="14" destOrd="0" presId="urn:microsoft.com/office/officeart/2005/8/layout/default"/>
    <dgm:cxn modelId="{87334333-CF21-1944-AEA9-E2353AFAA5B0}" type="presParOf" srcId="{4B2250F4-92C7-1643-837F-0DC7B53F4CC8}" destId="{7991A741-8B18-3444-BC42-E860FF229869}" srcOrd="15" destOrd="0" presId="urn:microsoft.com/office/officeart/2005/8/layout/default"/>
    <dgm:cxn modelId="{F8C96CC6-32B3-814E-A7DC-F80E688DE89B}" type="presParOf" srcId="{4B2250F4-92C7-1643-837F-0DC7B53F4CC8}" destId="{EB4B0936-DDA2-9445-848B-0ECD997A0065}"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FACA50-0AB3-403B-8AA0-6E1A288D4A0B}" type="doc">
      <dgm:prSet loTypeId="urn:microsoft.com/office/officeart/2005/8/layout/vProcess5" loCatId="process" qsTypeId="urn:microsoft.com/office/officeart/2005/8/quickstyle/simple1" qsCatId="simple" csTypeId="urn:microsoft.com/office/officeart/2005/8/colors/colorful5" csCatId="colorful" phldr="1"/>
      <dgm:spPr/>
      <dgm:t>
        <a:bodyPr/>
        <a:lstStyle/>
        <a:p>
          <a:endParaRPr lang="en-US"/>
        </a:p>
      </dgm:t>
    </dgm:pt>
    <dgm:pt modelId="{0B4D15E2-7BB0-4797-A4CC-39C9CFBB7FF2}">
      <dgm:prSet/>
      <dgm:spPr/>
      <dgm:t>
        <a:bodyPr/>
        <a:lstStyle/>
        <a:p>
          <a:r>
            <a:rPr lang="en-US" dirty="0"/>
            <a:t>The lead time is defined as the time taken to complete the work on a task from the ticket creation to the delivery to the customer, as the process time focuses on the work itself on the customer request until it’s done.</a:t>
          </a:r>
        </a:p>
      </dgm:t>
    </dgm:pt>
    <dgm:pt modelId="{78492252-9E0D-488A-8C40-AF211E599291}" type="parTrans" cxnId="{C619EF0F-F864-461E-AAD3-1483DFB37642}">
      <dgm:prSet/>
      <dgm:spPr/>
      <dgm:t>
        <a:bodyPr/>
        <a:lstStyle/>
        <a:p>
          <a:endParaRPr lang="en-US"/>
        </a:p>
      </dgm:t>
    </dgm:pt>
    <dgm:pt modelId="{EDFE135D-4077-4742-94A0-0AD2DDD03B19}" type="sibTrans" cxnId="{C619EF0F-F864-461E-AAD3-1483DFB37642}">
      <dgm:prSet/>
      <dgm:spPr/>
      <dgm:t>
        <a:bodyPr/>
        <a:lstStyle/>
        <a:p>
          <a:endParaRPr lang="en-US"/>
        </a:p>
      </dgm:t>
    </dgm:pt>
    <dgm:pt modelId="{6CE6ED93-995C-4E0F-895B-A087FC9292A6}">
      <dgm:prSet/>
      <dgm:spPr/>
      <dgm:t>
        <a:bodyPr/>
        <a:lstStyle/>
        <a:p>
          <a:r>
            <a:rPr lang="en-US" dirty="0"/>
            <a:t>The lead time reflects exactly the customer experience before he gets to use the product.</a:t>
          </a:r>
        </a:p>
      </dgm:t>
    </dgm:pt>
    <dgm:pt modelId="{4FE9D701-7F1E-4A44-B165-F424174457EF}" type="parTrans" cxnId="{A967BD37-65B1-4B6A-B947-06FD5FF5C57D}">
      <dgm:prSet/>
      <dgm:spPr/>
      <dgm:t>
        <a:bodyPr/>
        <a:lstStyle/>
        <a:p>
          <a:endParaRPr lang="en-US"/>
        </a:p>
      </dgm:t>
    </dgm:pt>
    <dgm:pt modelId="{6C65417E-87E0-453A-8951-DE5A830588D2}" type="sibTrans" cxnId="{A967BD37-65B1-4B6A-B947-06FD5FF5C57D}">
      <dgm:prSet/>
      <dgm:spPr/>
      <dgm:t>
        <a:bodyPr/>
        <a:lstStyle/>
        <a:p>
          <a:endParaRPr lang="en-US"/>
        </a:p>
      </dgm:t>
    </dgm:pt>
    <dgm:pt modelId="{E040CBB0-8A0A-A44B-A5FC-186AE0A5B11F}" type="pres">
      <dgm:prSet presAssocID="{A0FACA50-0AB3-403B-8AA0-6E1A288D4A0B}" presName="outerComposite" presStyleCnt="0">
        <dgm:presLayoutVars>
          <dgm:chMax val="5"/>
          <dgm:dir/>
          <dgm:resizeHandles val="exact"/>
        </dgm:presLayoutVars>
      </dgm:prSet>
      <dgm:spPr/>
    </dgm:pt>
    <dgm:pt modelId="{414C13D2-C800-064F-961E-54F23BBB6BF2}" type="pres">
      <dgm:prSet presAssocID="{A0FACA50-0AB3-403B-8AA0-6E1A288D4A0B}" presName="dummyMaxCanvas" presStyleCnt="0">
        <dgm:presLayoutVars/>
      </dgm:prSet>
      <dgm:spPr/>
    </dgm:pt>
    <dgm:pt modelId="{A707BC9D-8BDC-B849-8889-B56A994A2A03}" type="pres">
      <dgm:prSet presAssocID="{A0FACA50-0AB3-403B-8AA0-6E1A288D4A0B}" presName="TwoNodes_1" presStyleLbl="node1" presStyleIdx="0" presStyleCnt="2">
        <dgm:presLayoutVars>
          <dgm:bulletEnabled val="1"/>
        </dgm:presLayoutVars>
      </dgm:prSet>
      <dgm:spPr/>
    </dgm:pt>
    <dgm:pt modelId="{FC5E7890-C355-A94D-920C-FACAC9339006}" type="pres">
      <dgm:prSet presAssocID="{A0FACA50-0AB3-403B-8AA0-6E1A288D4A0B}" presName="TwoNodes_2" presStyleLbl="node1" presStyleIdx="1" presStyleCnt="2">
        <dgm:presLayoutVars>
          <dgm:bulletEnabled val="1"/>
        </dgm:presLayoutVars>
      </dgm:prSet>
      <dgm:spPr/>
    </dgm:pt>
    <dgm:pt modelId="{2D95F4FE-394A-2E41-9C34-0436E716CC5B}" type="pres">
      <dgm:prSet presAssocID="{A0FACA50-0AB3-403B-8AA0-6E1A288D4A0B}" presName="TwoConn_1-2" presStyleLbl="fgAccFollowNode1" presStyleIdx="0" presStyleCnt="1">
        <dgm:presLayoutVars>
          <dgm:bulletEnabled val="1"/>
        </dgm:presLayoutVars>
      </dgm:prSet>
      <dgm:spPr/>
    </dgm:pt>
    <dgm:pt modelId="{0E307631-97B8-3941-8406-BFF5A03D34A1}" type="pres">
      <dgm:prSet presAssocID="{A0FACA50-0AB3-403B-8AA0-6E1A288D4A0B}" presName="TwoNodes_1_text" presStyleLbl="node1" presStyleIdx="1" presStyleCnt="2">
        <dgm:presLayoutVars>
          <dgm:bulletEnabled val="1"/>
        </dgm:presLayoutVars>
      </dgm:prSet>
      <dgm:spPr/>
    </dgm:pt>
    <dgm:pt modelId="{740C8397-EB9B-2446-9504-DDA9A313A197}" type="pres">
      <dgm:prSet presAssocID="{A0FACA50-0AB3-403B-8AA0-6E1A288D4A0B}" presName="TwoNodes_2_text" presStyleLbl="node1" presStyleIdx="1" presStyleCnt="2">
        <dgm:presLayoutVars>
          <dgm:bulletEnabled val="1"/>
        </dgm:presLayoutVars>
      </dgm:prSet>
      <dgm:spPr/>
    </dgm:pt>
  </dgm:ptLst>
  <dgm:cxnLst>
    <dgm:cxn modelId="{63081B01-281F-9E4F-9798-31283B417C52}" type="presOf" srcId="{A0FACA50-0AB3-403B-8AA0-6E1A288D4A0B}" destId="{E040CBB0-8A0A-A44B-A5FC-186AE0A5B11F}" srcOrd="0" destOrd="0" presId="urn:microsoft.com/office/officeart/2005/8/layout/vProcess5"/>
    <dgm:cxn modelId="{C619EF0F-F864-461E-AAD3-1483DFB37642}" srcId="{A0FACA50-0AB3-403B-8AA0-6E1A288D4A0B}" destId="{0B4D15E2-7BB0-4797-A4CC-39C9CFBB7FF2}" srcOrd="0" destOrd="0" parTransId="{78492252-9E0D-488A-8C40-AF211E599291}" sibTransId="{EDFE135D-4077-4742-94A0-0AD2DDD03B19}"/>
    <dgm:cxn modelId="{7DF20410-0E5F-0042-9271-F82C326B2478}" type="presOf" srcId="{0B4D15E2-7BB0-4797-A4CC-39C9CFBB7FF2}" destId="{0E307631-97B8-3941-8406-BFF5A03D34A1}" srcOrd="1" destOrd="0" presId="urn:microsoft.com/office/officeart/2005/8/layout/vProcess5"/>
    <dgm:cxn modelId="{78926617-47D4-B649-AE83-9E6DE380647F}" type="presOf" srcId="{6CE6ED93-995C-4E0F-895B-A087FC9292A6}" destId="{FC5E7890-C355-A94D-920C-FACAC9339006}" srcOrd="0" destOrd="0" presId="urn:microsoft.com/office/officeart/2005/8/layout/vProcess5"/>
    <dgm:cxn modelId="{8E58ED36-DB53-584B-96F9-0DB994973E5D}" type="presOf" srcId="{6CE6ED93-995C-4E0F-895B-A087FC9292A6}" destId="{740C8397-EB9B-2446-9504-DDA9A313A197}" srcOrd="1" destOrd="0" presId="urn:microsoft.com/office/officeart/2005/8/layout/vProcess5"/>
    <dgm:cxn modelId="{A967BD37-65B1-4B6A-B947-06FD5FF5C57D}" srcId="{A0FACA50-0AB3-403B-8AA0-6E1A288D4A0B}" destId="{6CE6ED93-995C-4E0F-895B-A087FC9292A6}" srcOrd="1" destOrd="0" parTransId="{4FE9D701-7F1E-4A44-B165-F424174457EF}" sibTransId="{6C65417E-87E0-453A-8951-DE5A830588D2}"/>
    <dgm:cxn modelId="{0DCCD382-A929-0A4A-864B-7E7166A67741}" type="presOf" srcId="{0B4D15E2-7BB0-4797-A4CC-39C9CFBB7FF2}" destId="{A707BC9D-8BDC-B849-8889-B56A994A2A03}" srcOrd="0" destOrd="0" presId="urn:microsoft.com/office/officeart/2005/8/layout/vProcess5"/>
    <dgm:cxn modelId="{7A7907F7-5A78-4A4B-91B8-1EC90F80C33F}" type="presOf" srcId="{EDFE135D-4077-4742-94A0-0AD2DDD03B19}" destId="{2D95F4FE-394A-2E41-9C34-0436E716CC5B}" srcOrd="0" destOrd="0" presId="urn:microsoft.com/office/officeart/2005/8/layout/vProcess5"/>
    <dgm:cxn modelId="{F6515321-D06A-0A47-B195-706B9DC32589}" type="presParOf" srcId="{E040CBB0-8A0A-A44B-A5FC-186AE0A5B11F}" destId="{414C13D2-C800-064F-961E-54F23BBB6BF2}" srcOrd="0" destOrd="0" presId="urn:microsoft.com/office/officeart/2005/8/layout/vProcess5"/>
    <dgm:cxn modelId="{5D4FA3E5-0F6D-4549-828B-72FE8958E2ED}" type="presParOf" srcId="{E040CBB0-8A0A-A44B-A5FC-186AE0A5B11F}" destId="{A707BC9D-8BDC-B849-8889-B56A994A2A03}" srcOrd="1" destOrd="0" presId="urn:microsoft.com/office/officeart/2005/8/layout/vProcess5"/>
    <dgm:cxn modelId="{96A2FEDB-A3C8-9F4C-8ACE-8DEF052C7390}" type="presParOf" srcId="{E040CBB0-8A0A-A44B-A5FC-186AE0A5B11F}" destId="{FC5E7890-C355-A94D-920C-FACAC9339006}" srcOrd="2" destOrd="0" presId="urn:microsoft.com/office/officeart/2005/8/layout/vProcess5"/>
    <dgm:cxn modelId="{7B36A51A-D5B6-C940-8556-CEC39A8CB313}" type="presParOf" srcId="{E040CBB0-8A0A-A44B-A5FC-186AE0A5B11F}" destId="{2D95F4FE-394A-2E41-9C34-0436E716CC5B}" srcOrd="3" destOrd="0" presId="urn:microsoft.com/office/officeart/2005/8/layout/vProcess5"/>
    <dgm:cxn modelId="{96589A4E-26C3-1D4A-913F-FB9A898674D8}" type="presParOf" srcId="{E040CBB0-8A0A-A44B-A5FC-186AE0A5B11F}" destId="{0E307631-97B8-3941-8406-BFF5A03D34A1}" srcOrd="4" destOrd="0" presId="urn:microsoft.com/office/officeart/2005/8/layout/vProcess5"/>
    <dgm:cxn modelId="{CA883B65-9DEB-D849-B20A-93F99C57E46B}" type="presParOf" srcId="{E040CBB0-8A0A-A44B-A5FC-186AE0A5B11F}" destId="{740C8397-EB9B-2446-9504-DDA9A313A197}"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2BBE45-24BF-49EB-AB57-96DFBC0ED086}" type="doc">
      <dgm:prSet loTypeId="urn:microsoft.com/office/officeart/2016/7/layout/RepeatingBendingProcessNew" loCatId="process" qsTypeId="urn:microsoft.com/office/officeart/2005/8/quickstyle/simple5" qsCatId="simple" csTypeId="urn:microsoft.com/office/officeart/2005/8/colors/colorful2" csCatId="colorful"/>
      <dgm:spPr/>
      <dgm:t>
        <a:bodyPr/>
        <a:lstStyle/>
        <a:p>
          <a:endParaRPr lang="en-US"/>
        </a:p>
      </dgm:t>
    </dgm:pt>
    <dgm:pt modelId="{954784F6-EBDF-4A1C-8949-47C050C5ECCF}">
      <dgm:prSet/>
      <dgm:spPr/>
      <dgm:t>
        <a:bodyPr/>
        <a:lstStyle/>
        <a:p>
          <a:r>
            <a:rPr lang="en-US" dirty="0"/>
            <a:t>Happen in large and complex organizations and systems are tightly connected.</a:t>
          </a:r>
        </a:p>
      </dgm:t>
    </dgm:pt>
    <dgm:pt modelId="{A3FCE58F-37A1-4419-989D-3C9AEB288E9A}" type="parTrans" cxnId="{4A7E9D3F-3AA8-45EA-9248-87E3932462D3}">
      <dgm:prSet/>
      <dgm:spPr/>
      <dgm:t>
        <a:bodyPr/>
        <a:lstStyle/>
        <a:p>
          <a:endParaRPr lang="en-US"/>
        </a:p>
      </dgm:t>
    </dgm:pt>
    <dgm:pt modelId="{23B5F08F-CDB9-4A72-9187-C6AE70781190}" type="sibTrans" cxnId="{4A7E9D3F-3AA8-45EA-9248-87E3932462D3}">
      <dgm:prSet/>
      <dgm:spPr/>
      <dgm:t>
        <a:bodyPr/>
        <a:lstStyle/>
        <a:p>
          <a:endParaRPr lang="en-US"/>
        </a:p>
      </dgm:t>
    </dgm:pt>
    <dgm:pt modelId="{C040B125-CE14-441C-AD0A-1359DB09C20D}">
      <dgm:prSet/>
      <dgm:spPr/>
      <dgm:t>
        <a:bodyPr/>
        <a:lstStyle/>
        <a:p>
          <a:r>
            <a:rPr lang="en-US" dirty="0"/>
            <a:t>Long delay in test due to manual testing and limited test environment.</a:t>
          </a:r>
        </a:p>
      </dgm:t>
    </dgm:pt>
    <dgm:pt modelId="{4CC95148-264E-475B-A865-370D24B5D8E6}" type="parTrans" cxnId="{1331D243-C85B-4817-8CD5-ADC7AD227DBB}">
      <dgm:prSet/>
      <dgm:spPr/>
      <dgm:t>
        <a:bodyPr/>
        <a:lstStyle/>
        <a:p>
          <a:endParaRPr lang="en-US"/>
        </a:p>
      </dgm:t>
    </dgm:pt>
    <dgm:pt modelId="{071EA5F6-6D87-42F4-83CF-FA364AE3ABF7}" type="sibTrans" cxnId="{1331D243-C85B-4817-8CD5-ADC7AD227DBB}">
      <dgm:prSet/>
      <dgm:spPr/>
      <dgm:t>
        <a:bodyPr/>
        <a:lstStyle/>
        <a:p>
          <a:endParaRPr lang="en-US"/>
        </a:p>
      </dgm:t>
    </dgm:pt>
    <dgm:pt modelId="{FDA858EC-9501-469D-A98D-7E893FB36E38}">
      <dgm:prSet/>
      <dgm:spPr/>
      <dgm:t>
        <a:bodyPr/>
        <a:lstStyle/>
        <a:p>
          <a:r>
            <a:rPr lang="en-US"/>
            <a:t>Long approval process</a:t>
          </a:r>
        </a:p>
      </dgm:t>
    </dgm:pt>
    <dgm:pt modelId="{F0075769-D103-437A-AD69-FC9FAA7C34A2}" type="parTrans" cxnId="{0BAC993A-8D36-4388-837E-A7FC413DDFE4}">
      <dgm:prSet/>
      <dgm:spPr/>
      <dgm:t>
        <a:bodyPr/>
        <a:lstStyle/>
        <a:p>
          <a:endParaRPr lang="en-US"/>
        </a:p>
      </dgm:t>
    </dgm:pt>
    <dgm:pt modelId="{4F0E1051-B0CA-477E-85AA-B7F36607456B}" type="sibTrans" cxnId="{0BAC993A-8D36-4388-837E-A7FC413DDFE4}">
      <dgm:prSet/>
      <dgm:spPr/>
      <dgm:t>
        <a:bodyPr/>
        <a:lstStyle/>
        <a:p>
          <a:endParaRPr lang="en-US"/>
        </a:p>
      </dgm:t>
    </dgm:pt>
    <dgm:pt modelId="{6BB704DF-12A5-48B0-B85B-63D2E955BC61}">
      <dgm:prSet/>
      <dgm:spPr/>
      <dgm:t>
        <a:bodyPr/>
        <a:lstStyle/>
        <a:p>
          <a:r>
            <a:rPr lang="en-US"/>
            <a:t>Slow production schedules</a:t>
          </a:r>
        </a:p>
      </dgm:t>
    </dgm:pt>
    <dgm:pt modelId="{515B3BCF-9C37-47C1-84B3-E65BC87EB486}" type="parTrans" cxnId="{A7DEC394-3C04-4156-ABC7-8EA2FEFBDAA2}">
      <dgm:prSet/>
      <dgm:spPr/>
      <dgm:t>
        <a:bodyPr/>
        <a:lstStyle/>
        <a:p>
          <a:endParaRPr lang="en-US"/>
        </a:p>
      </dgm:t>
    </dgm:pt>
    <dgm:pt modelId="{47B1A5A5-41F7-47F7-A92C-BEF4767431AD}" type="sibTrans" cxnId="{A7DEC394-3C04-4156-ABC7-8EA2FEFBDAA2}">
      <dgm:prSet/>
      <dgm:spPr/>
      <dgm:t>
        <a:bodyPr/>
        <a:lstStyle/>
        <a:p>
          <a:endParaRPr lang="en-US"/>
        </a:p>
      </dgm:t>
    </dgm:pt>
    <dgm:pt modelId="{18379672-3A32-441D-9B1D-E2814840F6E1}">
      <dgm:prSet/>
      <dgm:spPr/>
      <dgm:t>
        <a:bodyPr/>
        <a:lstStyle/>
        <a:p>
          <a:r>
            <a:rPr lang="en-US"/>
            <a:t>Adding changes exposes problems in codes through testing and fixing those can take weeks.</a:t>
          </a:r>
        </a:p>
      </dgm:t>
    </dgm:pt>
    <dgm:pt modelId="{504C092E-5EF4-4A74-BF9E-F6DF1A2336D5}" type="parTrans" cxnId="{42733D20-2C3F-4764-B437-5CF7B47A29B8}">
      <dgm:prSet/>
      <dgm:spPr/>
      <dgm:t>
        <a:bodyPr/>
        <a:lstStyle/>
        <a:p>
          <a:endParaRPr lang="en-US"/>
        </a:p>
      </dgm:t>
    </dgm:pt>
    <dgm:pt modelId="{4D44B840-977F-428D-A322-7176CEACF763}" type="sibTrans" cxnId="{42733D20-2C3F-4764-B437-5CF7B47A29B8}">
      <dgm:prSet/>
      <dgm:spPr/>
      <dgm:t>
        <a:bodyPr/>
        <a:lstStyle/>
        <a:p>
          <a:endParaRPr lang="en-US"/>
        </a:p>
      </dgm:t>
    </dgm:pt>
    <dgm:pt modelId="{D214594C-26EE-4397-A5AC-981491894560}">
      <dgm:prSet/>
      <dgm:spPr/>
      <dgm:t>
        <a:bodyPr/>
        <a:lstStyle/>
        <a:p>
          <a:r>
            <a:rPr lang="en-US" dirty="0"/>
            <a:t>The ultimate result is a poor experience for the customer</a:t>
          </a:r>
        </a:p>
      </dgm:t>
    </dgm:pt>
    <dgm:pt modelId="{51F4771E-FC84-4777-9F33-7CF98FD03A04}" type="parTrans" cxnId="{BE053DE6-80EA-43D2-B1F1-2B622FE50AF4}">
      <dgm:prSet/>
      <dgm:spPr/>
      <dgm:t>
        <a:bodyPr/>
        <a:lstStyle/>
        <a:p>
          <a:endParaRPr lang="en-US"/>
        </a:p>
      </dgm:t>
    </dgm:pt>
    <dgm:pt modelId="{BE950B64-AD57-4482-8F50-45274C271B19}" type="sibTrans" cxnId="{BE053DE6-80EA-43D2-B1F1-2B622FE50AF4}">
      <dgm:prSet/>
      <dgm:spPr/>
      <dgm:t>
        <a:bodyPr/>
        <a:lstStyle/>
        <a:p>
          <a:endParaRPr lang="en-US"/>
        </a:p>
      </dgm:t>
    </dgm:pt>
    <dgm:pt modelId="{7FBF77E7-7EAB-754E-99FB-32D720AD8DDB}" type="pres">
      <dgm:prSet presAssocID="{CD2BBE45-24BF-49EB-AB57-96DFBC0ED086}" presName="Name0" presStyleCnt="0">
        <dgm:presLayoutVars>
          <dgm:dir/>
          <dgm:resizeHandles val="exact"/>
        </dgm:presLayoutVars>
      </dgm:prSet>
      <dgm:spPr/>
    </dgm:pt>
    <dgm:pt modelId="{636F6D83-3D58-6E44-8D15-F4FB28550710}" type="pres">
      <dgm:prSet presAssocID="{954784F6-EBDF-4A1C-8949-47C050C5ECCF}" presName="node" presStyleLbl="node1" presStyleIdx="0" presStyleCnt="6">
        <dgm:presLayoutVars>
          <dgm:bulletEnabled val="1"/>
        </dgm:presLayoutVars>
      </dgm:prSet>
      <dgm:spPr/>
    </dgm:pt>
    <dgm:pt modelId="{8FFEB25B-1054-8A48-8285-C0C2F9796CB4}" type="pres">
      <dgm:prSet presAssocID="{23B5F08F-CDB9-4A72-9187-C6AE70781190}" presName="sibTrans" presStyleLbl="sibTrans1D1" presStyleIdx="0" presStyleCnt="5"/>
      <dgm:spPr/>
    </dgm:pt>
    <dgm:pt modelId="{D81AFAE6-1A02-FF4B-8C09-678591351568}" type="pres">
      <dgm:prSet presAssocID="{23B5F08F-CDB9-4A72-9187-C6AE70781190}" presName="connectorText" presStyleLbl="sibTrans1D1" presStyleIdx="0" presStyleCnt="5"/>
      <dgm:spPr/>
    </dgm:pt>
    <dgm:pt modelId="{BD938C89-E09B-534C-9562-BD959A3C92BA}" type="pres">
      <dgm:prSet presAssocID="{C040B125-CE14-441C-AD0A-1359DB09C20D}" presName="node" presStyleLbl="node1" presStyleIdx="1" presStyleCnt="6">
        <dgm:presLayoutVars>
          <dgm:bulletEnabled val="1"/>
        </dgm:presLayoutVars>
      </dgm:prSet>
      <dgm:spPr/>
    </dgm:pt>
    <dgm:pt modelId="{2CCFEEF5-CC25-1B46-AF2C-7AA173D339CA}" type="pres">
      <dgm:prSet presAssocID="{071EA5F6-6D87-42F4-83CF-FA364AE3ABF7}" presName="sibTrans" presStyleLbl="sibTrans1D1" presStyleIdx="1" presStyleCnt="5"/>
      <dgm:spPr/>
    </dgm:pt>
    <dgm:pt modelId="{C54DC466-C5E2-F04D-B64A-9A507BE88647}" type="pres">
      <dgm:prSet presAssocID="{071EA5F6-6D87-42F4-83CF-FA364AE3ABF7}" presName="connectorText" presStyleLbl="sibTrans1D1" presStyleIdx="1" presStyleCnt="5"/>
      <dgm:spPr/>
    </dgm:pt>
    <dgm:pt modelId="{607EDCCD-BE9E-E842-8625-207DB8508E3E}" type="pres">
      <dgm:prSet presAssocID="{FDA858EC-9501-469D-A98D-7E893FB36E38}" presName="node" presStyleLbl="node1" presStyleIdx="2" presStyleCnt="6">
        <dgm:presLayoutVars>
          <dgm:bulletEnabled val="1"/>
        </dgm:presLayoutVars>
      </dgm:prSet>
      <dgm:spPr/>
    </dgm:pt>
    <dgm:pt modelId="{8257BE51-66ED-1947-994B-F0D2B4055239}" type="pres">
      <dgm:prSet presAssocID="{4F0E1051-B0CA-477E-85AA-B7F36607456B}" presName="sibTrans" presStyleLbl="sibTrans1D1" presStyleIdx="2" presStyleCnt="5"/>
      <dgm:spPr/>
    </dgm:pt>
    <dgm:pt modelId="{F7D974A3-A841-E54F-AFD7-3202B09F77B1}" type="pres">
      <dgm:prSet presAssocID="{4F0E1051-B0CA-477E-85AA-B7F36607456B}" presName="connectorText" presStyleLbl="sibTrans1D1" presStyleIdx="2" presStyleCnt="5"/>
      <dgm:spPr/>
    </dgm:pt>
    <dgm:pt modelId="{2B553427-51AD-2645-A2B8-A0DB3DBC4E7E}" type="pres">
      <dgm:prSet presAssocID="{6BB704DF-12A5-48B0-B85B-63D2E955BC61}" presName="node" presStyleLbl="node1" presStyleIdx="3" presStyleCnt="6">
        <dgm:presLayoutVars>
          <dgm:bulletEnabled val="1"/>
        </dgm:presLayoutVars>
      </dgm:prSet>
      <dgm:spPr/>
    </dgm:pt>
    <dgm:pt modelId="{2FD6F4DB-B3BB-214C-9D89-057FD21DB60B}" type="pres">
      <dgm:prSet presAssocID="{47B1A5A5-41F7-47F7-A92C-BEF4767431AD}" presName="sibTrans" presStyleLbl="sibTrans1D1" presStyleIdx="3" presStyleCnt="5"/>
      <dgm:spPr/>
    </dgm:pt>
    <dgm:pt modelId="{83A65402-489E-224A-98C3-947E15F9BCD7}" type="pres">
      <dgm:prSet presAssocID="{47B1A5A5-41F7-47F7-A92C-BEF4767431AD}" presName="connectorText" presStyleLbl="sibTrans1D1" presStyleIdx="3" presStyleCnt="5"/>
      <dgm:spPr/>
    </dgm:pt>
    <dgm:pt modelId="{E181400B-EECE-DA4E-9910-4C90663B572D}" type="pres">
      <dgm:prSet presAssocID="{18379672-3A32-441D-9B1D-E2814840F6E1}" presName="node" presStyleLbl="node1" presStyleIdx="4" presStyleCnt="6">
        <dgm:presLayoutVars>
          <dgm:bulletEnabled val="1"/>
        </dgm:presLayoutVars>
      </dgm:prSet>
      <dgm:spPr/>
    </dgm:pt>
    <dgm:pt modelId="{04BD8D22-6E42-3F4E-A59C-CF40CA66CF0B}" type="pres">
      <dgm:prSet presAssocID="{4D44B840-977F-428D-A322-7176CEACF763}" presName="sibTrans" presStyleLbl="sibTrans1D1" presStyleIdx="4" presStyleCnt="5"/>
      <dgm:spPr/>
    </dgm:pt>
    <dgm:pt modelId="{240DCD2B-70D4-DD42-AC8F-17029D81FB9F}" type="pres">
      <dgm:prSet presAssocID="{4D44B840-977F-428D-A322-7176CEACF763}" presName="connectorText" presStyleLbl="sibTrans1D1" presStyleIdx="4" presStyleCnt="5"/>
      <dgm:spPr/>
    </dgm:pt>
    <dgm:pt modelId="{E850AC0C-DD87-C54F-A63A-DDA373D8B907}" type="pres">
      <dgm:prSet presAssocID="{D214594C-26EE-4397-A5AC-981491894560}" presName="node" presStyleLbl="node1" presStyleIdx="5" presStyleCnt="6">
        <dgm:presLayoutVars>
          <dgm:bulletEnabled val="1"/>
        </dgm:presLayoutVars>
      </dgm:prSet>
      <dgm:spPr/>
    </dgm:pt>
  </dgm:ptLst>
  <dgm:cxnLst>
    <dgm:cxn modelId="{EFC9B306-4F8B-A942-808C-63C583FA63C6}" type="presOf" srcId="{FDA858EC-9501-469D-A98D-7E893FB36E38}" destId="{607EDCCD-BE9E-E842-8625-207DB8508E3E}" srcOrd="0" destOrd="0" presId="urn:microsoft.com/office/officeart/2016/7/layout/RepeatingBendingProcessNew"/>
    <dgm:cxn modelId="{42733D20-2C3F-4764-B437-5CF7B47A29B8}" srcId="{CD2BBE45-24BF-49EB-AB57-96DFBC0ED086}" destId="{18379672-3A32-441D-9B1D-E2814840F6E1}" srcOrd="4" destOrd="0" parTransId="{504C092E-5EF4-4A74-BF9E-F6DF1A2336D5}" sibTransId="{4D44B840-977F-428D-A322-7176CEACF763}"/>
    <dgm:cxn modelId="{1CF34C2C-CFFD-624E-A631-5736CFCE8ABE}" type="presOf" srcId="{18379672-3A32-441D-9B1D-E2814840F6E1}" destId="{E181400B-EECE-DA4E-9910-4C90663B572D}" srcOrd="0" destOrd="0" presId="urn:microsoft.com/office/officeart/2016/7/layout/RepeatingBendingProcessNew"/>
    <dgm:cxn modelId="{988FC937-9000-3545-9D0D-2846B58E3599}" type="presOf" srcId="{071EA5F6-6D87-42F4-83CF-FA364AE3ABF7}" destId="{C54DC466-C5E2-F04D-B64A-9A507BE88647}" srcOrd="1" destOrd="0" presId="urn:microsoft.com/office/officeart/2016/7/layout/RepeatingBendingProcessNew"/>
    <dgm:cxn modelId="{0BAC993A-8D36-4388-837E-A7FC413DDFE4}" srcId="{CD2BBE45-24BF-49EB-AB57-96DFBC0ED086}" destId="{FDA858EC-9501-469D-A98D-7E893FB36E38}" srcOrd="2" destOrd="0" parTransId="{F0075769-D103-437A-AD69-FC9FAA7C34A2}" sibTransId="{4F0E1051-B0CA-477E-85AA-B7F36607456B}"/>
    <dgm:cxn modelId="{4A7E9D3F-3AA8-45EA-9248-87E3932462D3}" srcId="{CD2BBE45-24BF-49EB-AB57-96DFBC0ED086}" destId="{954784F6-EBDF-4A1C-8949-47C050C5ECCF}" srcOrd="0" destOrd="0" parTransId="{A3FCE58F-37A1-4419-989D-3C9AEB288E9A}" sibTransId="{23B5F08F-CDB9-4A72-9187-C6AE70781190}"/>
    <dgm:cxn modelId="{1331D243-C85B-4817-8CD5-ADC7AD227DBB}" srcId="{CD2BBE45-24BF-49EB-AB57-96DFBC0ED086}" destId="{C040B125-CE14-441C-AD0A-1359DB09C20D}" srcOrd="1" destOrd="0" parTransId="{4CC95148-264E-475B-A865-370D24B5D8E6}" sibTransId="{071EA5F6-6D87-42F4-83CF-FA364AE3ABF7}"/>
    <dgm:cxn modelId="{DB9BDC43-1ED2-354F-853B-28343563CBA2}" type="presOf" srcId="{6BB704DF-12A5-48B0-B85B-63D2E955BC61}" destId="{2B553427-51AD-2645-A2B8-A0DB3DBC4E7E}" srcOrd="0" destOrd="0" presId="urn:microsoft.com/office/officeart/2016/7/layout/RepeatingBendingProcessNew"/>
    <dgm:cxn modelId="{E0D17045-B0CB-A641-BB26-83C29B1F0627}" type="presOf" srcId="{954784F6-EBDF-4A1C-8949-47C050C5ECCF}" destId="{636F6D83-3D58-6E44-8D15-F4FB28550710}" srcOrd="0" destOrd="0" presId="urn:microsoft.com/office/officeart/2016/7/layout/RepeatingBendingProcessNew"/>
    <dgm:cxn modelId="{91686B4E-A8C3-CF43-8C03-F0D6F6F845D7}" type="presOf" srcId="{47B1A5A5-41F7-47F7-A92C-BEF4767431AD}" destId="{83A65402-489E-224A-98C3-947E15F9BCD7}" srcOrd="1" destOrd="0" presId="urn:microsoft.com/office/officeart/2016/7/layout/RepeatingBendingProcessNew"/>
    <dgm:cxn modelId="{2416E069-85DD-5D47-8599-0FD443BA10D9}" type="presOf" srcId="{C040B125-CE14-441C-AD0A-1359DB09C20D}" destId="{BD938C89-E09B-534C-9562-BD959A3C92BA}" srcOrd="0" destOrd="0" presId="urn:microsoft.com/office/officeart/2016/7/layout/RepeatingBendingProcessNew"/>
    <dgm:cxn modelId="{2046FA74-7E8D-E54C-A198-60988D42749F}" type="presOf" srcId="{4F0E1051-B0CA-477E-85AA-B7F36607456B}" destId="{8257BE51-66ED-1947-994B-F0D2B4055239}" srcOrd="0" destOrd="0" presId="urn:microsoft.com/office/officeart/2016/7/layout/RepeatingBendingProcessNew"/>
    <dgm:cxn modelId="{F6AC9B79-4938-A440-A8B8-8A06B02985D9}" type="presOf" srcId="{47B1A5A5-41F7-47F7-A92C-BEF4767431AD}" destId="{2FD6F4DB-B3BB-214C-9D89-057FD21DB60B}" srcOrd="0" destOrd="0" presId="urn:microsoft.com/office/officeart/2016/7/layout/RepeatingBendingProcessNew"/>
    <dgm:cxn modelId="{F1BBF67F-8F8E-284D-A684-46F94C5BA50F}" type="presOf" srcId="{23B5F08F-CDB9-4A72-9187-C6AE70781190}" destId="{8FFEB25B-1054-8A48-8285-C0C2F9796CB4}" srcOrd="0" destOrd="0" presId="urn:microsoft.com/office/officeart/2016/7/layout/RepeatingBendingProcessNew"/>
    <dgm:cxn modelId="{7853C18C-3327-EE48-8C2B-33C0397AC22B}" type="presOf" srcId="{4D44B840-977F-428D-A322-7176CEACF763}" destId="{04BD8D22-6E42-3F4E-A59C-CF40CA66CF0B}" srcOrd="0" destOrd="0" presId="urn:microsoft.com/office/officeart/2016/7/layout/RepeatingBendingProcessNew"/>
    <dgm:cxn modelId="{A7DEC394-3C04-4156-ABC7-8EA2FEFBDAA2}" srcId="{CD2BBE45-24BF-49EB-AB57-96DFBC0ED086}" destId="{6BB704DF-12A5-48B0-B85B-63D2E955BC61}" srcOrd="3" destOrd="0" parTransId="{515B3BCF-9C37-47C1-84B3-E65BC87EB486}" sibTransId="{47B1A5A5-41F7-47F7-A92C-BEF4767431AD}"/>
    <dgm:cxn modelId="{56E7559C-61C7-934F-ABFC-4E0338F4983D}" type="presOf" srcId="{4F0E1051-B0CA-477E-85AA-B7F36607456B}" destId="{F7D974A3-A841-E54F-AFD7-3202B09F77B1}" srcOrd="1" destOrd="0" presId="urn:microsoft.com/office/officeart/2016/7/layout/RepeatingBendingProcessNew"/>
    <dgm:cxn modelId="{CE6C1BC1-0894-1B4A-BE35-1C03F1C1D628}" type="presOf" srcId="{071EA5F6-6D87-42F4-83CF-FA364AE3ABF7}" destId="{2CCFEEF5-CC25-1B46-AF2C-7AA173D339CA}" srcOrd="0" destOrd="0" presId="urn:microsoft.com/office/officeart/2016/7/layout/RepeatingBendingProcessNew"/>
    <dgm:cxn modelId="{8DC910D1-120E-E049-9ADA-76A6F0F9653E}" type="presOf" srcId="{CD2BBE45-24BF-49EB-AB57-96DFBC0ED086}" destId="{7FBF77E7-7EAB-754E-99FB-32D720AD8DDB}" srcOrd="0" destOrd="0" presId="urn:microsoft.com/office/officeart/2016/7/layout/RepeatingBendingProcessNew"/>
    <dgm:cxn modelId="{BE053DE6-80EA-43D2-B1F1-2B622FE50AF4}" srcId="{CD2BBE45-24BF-49EB-AB57-96DFBC0ED086}" destId="{D214594C-26EE-4397-A5AC-981491894560}" srcOrd="5" destOrd="0" parTransId="{51F4771E-FC84-4777-9F33-7CF98FD03A04}" sibTransId="{BE950B64-AD57-4482-8F50-45274C271B19}"/>
    <dgm:cxn modelId="{36AD36EA-772B-3F41-8D30-2BF71F9F0AF4}" type="presOf" srcId="{D214594C-26EE-4397-A5AC-981491894560}" destId="{E850AC0C-DD87-C54F-A63A-DDA373D8B907}" srcOrd="0" destOrd="0" presId="urn:microsoft.com/office/officeart/2016/7/layout/RepeatingBendingProcessNew"/>
    <dgm:cxn modelId="{9B76F5ED-3FF1-A841-B4F9-AD869DAFF84C}" type="presOf" srcId="{4D44B840-977F-428D-A322-7176CEACF763}" destId="{240DCD2B-70D4-DD42-AC8F-17029D81FB9F}" srcOrd="1" destOrd="0" presId="urn:microsoft.com/office/officeart/2016/7/layout/RepeatingBendingProcessNew"/>
    <dgm:cxn modelId="{AE07D1F3-2E98-C947-A6CE-D593B75F117B}" type="presOf" srcId="{23B5F08F-CDB9-4A72-9187-C6AE70781190}" destId="{D81AFAE6-1A02-FF4B-8C09-678591351568}" srcOrd="1" destOrd="0" presId="urn:microsoft.com/office/officeart/2016/7/layout/RepeatingBendingProcessNew"/>
    <dgm:cxn modelId="{94E5EFFE-2FED-4244-BFC3-D0A2EE02B3EE}" type="presParOf" srcId="{7FBF77E7-7EAB-754E-99FB-32D720AD8DDB}" destId="{636F6D83-3D58-6E44-8D15-F4FB28550710}" srcOrd="0" destOrd="0" presId="urn:microsoft.com/office/officeart/2016/7/layout/RepeatingBendingProcessNew"/>
    <dgm:cxn modelId="{A0269DF2-443D-4449-8EE8-5D666599F1CB}" type="presParOf" srcId="{7FBF77E7-7EAB-754E-99FB-32D720AD8DDB}" destId="{8FFEB25B-1054-8A48-8285-C0C2F9796CB4}" srcOrd="1" destOrd="0" presId="urn:microsoft.com/office/officeart/2016/7/layout/RepeatingBendingProcessNew"/>
    <dgm:cxn modelId="{A8FDEA0D-C323-9C4E-A607-650B5D05D9A7}" type="presParOf" srcId="{8FFEB25B-1054-8A48-8285-C0C2F9796CB4}" destId="{D81AFAE6-1A02-FF4B-8C09-678591351568}" srcOrd="0" destOrd="0" presId="urn:microsoft.com/office/officeart/2016/7/layout/RepeatingBendingProcessNew"/>
    <dgm:cxn modelId="{A12247CA-CA41-B24B-8AC4-D0E7542E8421}" type="presParOf" srcId="{7FBF77E7-7EAB-754E-99FB-32D720AD8DDB}" destId="{BD938C89-E09B-534C-9562-BD959A3C92BA}" srcOrd="2" destOrd="0" presId="urn:microsoft.com/office/officeart/2016/7/layout/RepeatingBendingProcessNew"/>
    <dgm:cxn modelId="{34672312-83CE-7A45-AA52-91970FA47072}" type="presParOf" srcId="{7FBF77E7-7EAB-754E-99FB-32D720AD8DDB}" destId="{2CCFEEF5-CC25-1B46-AF2C-7AA173D339CA}" srcOrd="3" destOrd="0" presId="urn:microsoft.com/office/officeart/2016/7/layout/RepeatingBendingProcessNew"/>
    <dgm:cxn modelId="{6F965B55-895C-C140-817A-C13F2C4B396F}" type="presParOf" srcId="{2CCFEEF5-CC25-1B46-AF2C-7AA173D339CA}" destId="{C54DC466-C5E2-F04D-B64A-9A507BE88647}" srcOrd="0" destOrd="0" presId="urn:microsoft.com/office/officeart/2016/7/layout/RepeatingBendingProcessNew"/>
    <dgm:cxn modelId="{6FB17FD5-104B-1647-B97A-F4A0EDF30DBD}" type="presParOf" srcId="{7FBF77E7-7EAB-754E-99FB-32D720AD8DDB}" destId="{607EDCCD-BE9E-E842-8625-207DB8508E3E}" srcOrd="4" destOrd="0" presId="urn:microsoft.com/office/officeart/2016/7/layout/RepeatingBendingProcessNew"/>
    <dgm:cxn modelId="{7D4B8261-93AD-9042-8811-ABE20D849A8A}" type="presParOf" srcId="{7FBF77E7-7EAB-754E-99FB-32D720AD8DDB}" destId="{8257BE51-66ED-1947-994B-F0D2B4055239}" srcOrd="5" destOrd="0" presId="urn:microsoft.com/office/officeart/2016/7/layout/RepeatingBendingProcessNew"/>
    <dgm:cxn modelId="{4FB7D56F-59BB-7B49-BAF4-3800D970E0DF}" type="presParOf" srcId="{8257BE51-66ED-1947-994B-F0D2B4055239}" destId="{F7D974A3-A841-E54F-AFD7-3202B09F77B1}" srcOrd="0" destOrd="0" presId="urn:microsoft.com/office/officeart/2016/7/layout/RepeatingBendingProcessNew"/>
    <dgm:cxn modelId="{250F5B9C-77AA-E34E-8D76-6753ECACCA58}" type="presParOf" srcId="{7FBF77E7-7EAB-754E-99FB-32D720AD8DDB}" destId="{2B553427-51AD-2645-A2B8-A0DB3DBC4E7E}" srcOrd="6" destOrd="0" presId="urn:microsoft.com/office/officeart/2016/7/layout/RepeatingBendingProcessNew"/>
    <dgm:cxn modelId="{87EF51F7-8F4B-134C-ACCA-C04BC1434A60}" type="presParOf" srcId="{7FBF77E7-7EAB-754E-99FB-32D720AD8DDB}" destId="{2FD6F4DB-B3BB-214C-9D89-057FD21DB60B}" srcOrd="7" destOrd="0" presId="urn:microsoft.com/office/officeart/2016/7/layout/RepeatingBendingProcessNew"/>
    <dgm:cxn modelId="{D3B96643-B085-974E-BEEA-F84F1146582C}" type="presParOf" srcId="{2FD6F4DB-B3BB-214C-9D89-057FD21DB60B}" destId="{83A65402-489E-224A-98C3-947E15F9BCD7}" srcOrd="0" destOrd="0" presId="urn:microsoft.com/office/officeart/2016/7/layout/RepeatingBendingProcessNew"/>
    <dgm:cxn modelId="{319AF9B6-D5EA-1940-BF00-CE316E74A1A1}" type="presParOf" srcId="{7FBF77E7-7EAB-754E-99FB-32D720AD8DDB}" destId="{E181400B-EECE-DA4E-9910-4C90663B572D}" srcOrd="8" destOrd="0" presId="urn:microsoft.com/office/officeart/2016/7/layout/RepeatingBendingProcessNew"/>
    <dgm:cxn modelId="{4B645C3E-4597-CC46-90B6-1C8728D5D8AF}" type="presParOf" srcId="{7FBF77E7-7EAB-754E-99FB-32D720AD8DDB}" destId="{04BD8D22-6E42-3F4E-A59C-CF40CA66CF0B}" srcOrd="9" destOrd="0" presId="urn:microsoft.com/office/officeart/2016/7/layout/RepeatingBendingProcessNew"/>
    <dgm:cxn modelId="{1073848A-5BEA-144E-8376-0ED320FB2334}" type="presParOf" srcId="{04BD8D22-6E42-3F4E-A59C-CF40CA66CF0B}" destId="{240DCD2B-70D4-DD42-AC8F-17029D81FB9F}" srcOrd="0" destOrd="0" presId="urn:microsoft.com/office/officeart/2016/7/layout/RepeatingBendingProcessNew"/>
    <dgm:cxn modelId="{31F17CC3-EF4E-2C43-B738-A3BEA2F67A7E}" type="presParOf" srcId="{7FBF77E7-7EAB-754E-99FB-32D720AD8DDB}" destId="{E850AC0C-DD87-C54F-A63A-DDA373D8B907}"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5D8DE04-CE4C-4E4A-87DE-8B64481552AA}"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E5A42E5-7C53-4097-A62B-7547C72396C2}">
      <dgm:prSet/>
      <dgm:spPr/>
      <dgm:t>
        <a:bodyPr/>
        <a:lstStyle/>
        <a:p>
          <a:r>
            <a:rPr lang="en-US"/>
            <a:t>The key to a fast process is fast and constant feedback.</a:t>
          </a:r>
        </a:p>
      </dgm:t>
    </dgm:pt>
    <dgm:pt modelId="{2EE1F8CF-11D8-4FD1-AC5A-504BE84D76CF}" type="parTrans" cxnId="{D3E60C0A-03C8-472B-9547-ADF10F22F5F5}">
      <dgm:prSet/>
      <dgm:spPr/>
      <dgm:t>
        <a:bodyPr/>
        <a:lstStyle/>
        <a:p>
          <a:endParaRPr lang="en-US"/>
        </a:p>
      </dgm:t>
    </dgm:pt>
    <dgm:pt modelId="{6A8FCF64-8B1D-4229-A187-6ACD30E3B4DA}" type="sibTrans" cxnId="{D3E60C0A-03C8-472B-9547-ADF10F22F5F5}">
      <dgm:prSet/>
      <dgm:spPr/>
      <dgm:t>
        <a:bodyPr/>
        <a:lstStyle/>
        <a:p>
          <a:endParaRPr lang="en-US"/>
        </a:p>
      </dgm:t>
    </dgm:pt>
    <dgm:pt modelId="{FFC22585-6376-4FE1-BC45-6DAB73CE1667}">
      <dgm:prSet/>
      <dgm:spPr/>
      <dgm:t>
        <a:bodyPr/>
        <a:lstStyle/>
        <a:p>
          <a:r>
            <a:rPr lang="en-US" dirty="0"/>
            <a:t>Small code changes and checked into version control </a:t>
          </a:r>
        </a:p>
      </dgm:t>
    </dgm:pt>
    <dgm:pt modelId="{4F22405A-CF65-47F0-9A27-28EDB2D11B51}" type="parTrans" cxnId="{7F10600D-B6ED-4748-8F5F-C63010E4B289}">
      <dgm:prSet/>
      <dgm:spPr/>
      <dgm:t>
        <a:bodyPr/>
        <a:lstStyle/>
        <a:p>
          <a:endParaRPr lang="en-US"/>
        </a:p>
      </dgm:t>
    </dgm:pt>
    <dgm:pt modelId="{3935DD29-C2C3-40F2-9013-1D1EA634D601}" type="sibTrans" cxnId="{7F10600D-B6ED-4748-8F5F-C63010E4B289}">
      <dgm:prSet/>
      <dgm:spPr/>
      <dgm:t>
        <a:bodyPr/>
        <a:lstStyle/>
        <a:p>
          <a:endParaRPr lang="en-US"/>
        </a:p>
      </dgm:t>
    </dgm:pt>
    <dgm:pt modelId="{8643C373-0088-43A2-89D3-171206E191E7}">
      <dgm:prSet/>
      <dgm:spPr/>
      <dgm:t>
        <a:bodyPr/>
        <a:lstStyle/>
        <a:p>
          <a:r>
            <a:rPr lang="en-US"/>
            <a:t>Automated and exploratory testing.</a:t>
          </a:r>
        </a:p>
      </dgm:t>
    </dgm:pt>
    <dgm:pt modelId="{9806D355-B46A-494F-9961-D84D513C978F}" type="parTrans" cxnId="{532AB636-89C7-48BE-8462-E14481EBF4B7}">
      <dgm:prSet/>
      <dgm:spPr/>
      <dgm:t>
        <a:bodyPr/>
        <a:lstStyle/>
        <a:p>
          <a:endParaRPr lang="en-US"/>
        </a:p>
      </dgm:t>
    </dgm:pt>
    <dgm:pt modelId="{7BF15B87-88D3-4F7A-99A9-A787727443F9}" type="sibTrans" cxnId="{532AB636-89C7-48BE-8462-E14481EBF4B7}">
      <dgm:prSet/>
      <dgm:spPr/>
      <dgm:t>
        <a:bodyPr/>
        <a:lstStyle/>
        <a:p>
          <a:endParaRPr lang="en-US"/>
        </a:p>
      </dgm:t>
    </dgm:pt>
    <dgm:pt modelId="{709A6BA1-0A5E-496E-A028-EC058BFC75B7}">
      <dgm:prSet/>
      <dgm:spPr/>
      <dgm:t>
        <a:bodyPr/>
        <a:lstStyle/>
        <a:p>
          <a:r>
            <a:rPr lang="en-US"/>
            <a:t>Code deployed into production.</a:t>
          </a:r>
        </a:p>
      </dgm:t>
    </dgm:pt>
    <dgm:pt modelId="{33E53108-C638-4754-8A76-C326D404F17A}" type="parTrans" cxnId="{A5B3F214-B9F9-449D-AB5F-53DA286940D7}">
      <dgm:prSet/>
      <dgm:spPr/>
      <dgm:t>
        <a:bodyPr/>
        <a:lstStyle/>
        <a:p>
          <a:endParaRPr lang="en-US"/>
        </a:p>
      </dgm:t>
    </dgm:pt>
    <dgm:pt modelId="{B2BAD88D-50AA-4545-B888-DEC72A2156A0}" type="sibTrans" cxnId="{A5B3F214-B9F9-449D-AB5F-53DA286940D7}">
      <dgm:prSet/>
      <dgm:spPr/>
      <dgm:t>
        <a:bodyPr/>
        <a:lstStyle/>
        <a:p>
          <a:endParaRPr lang="en-US"/>
        </a:p>
      </dgm:t>
    </dgm:pt>
    <dgm:pt modelId="{D755ECBF-06F6-4562-8140-E8BC65635602}">
      <dgm:prSet/>
      <dgm:spPr/>
      <dgm:t>
        <a:bodyPr/>
        <a:lstStyle/>
        <a:p>
          <a:r>
            <a:rPr lang="en-US"/>
            <a:t>Problems are quickly detected and fixed.</a:t>
          </a:r>
        </a:p>
      </dgm:t>
    </dgm:pt>
    <dgm:pt modelId="{9BCB9C02-E03F-4118-A879-42B240DEC57E}" type="parTrans" cxnId="{AC522706-E849-44F1-9660-A5713F15BAE3}">
      <dgm:prSet/>
      <dgm:spPr/>
      <dgm:t>
        <a:bodyPr/>
        <a:lstStyle/>
        <a:p>
          <a:endParaRPr lang="en-US"/>
        </a:p>
      </dgm:t>
    </dgm:pt>
    <dgm:pt modelId="{C3249512-70E9-4986-873E-FC9A584A0D93}" type="sibTrans" cxnId="{AC522706-E849-44F1-9660-A5713F15BAE3}">
      <dgm:prSet/>
      <dgm:spPr/>
      <dgm:t>
        <a:bodyPr/>
        <a:lstStyle/>
        <a:p>
          <a:endParaRPr lang="en-US"/>
        </a:p>
      </dgm:t>
    </dgm:pt>
    <dgm:pt modelId="{A9B8A8DE-BCCA-4E04-B3B5-832002644E9B}">
      <dgm:prSet/>
      <dgm:spPr/>
      <dgm:t>
        <a:bodyPr/>
        <a:lstStyle/>
        <a:p>
          <a:r>
            <a:rPr lang="en-US"/>
            <a:t>A modular architecture helps teams work independently </a:t>
          </a:r>
        </a:p>
      </dgm:t>
    </dgm:pt>
    <dgm:pt modelId="{44FFBF9A-ADEB-456C-A26A-AFC905F6550F}" type="parTrans" cxnId="{2717A163-0AB2-4241-A32B-7EAFBD949200}">
      <dgm:prSet/>
      <dgm:spPr/>
      <dgm:t>
        <a:bodyPr/>
        <a:lstStyle/>
        <a:p>
          <a:endParaRPr lang="en-US"/>
        </a:p>
      </dgm:t>
    </dgm:pt>
    <dgm:pt modelId="{6EE429AE-710D-4364-9539-899253C1CF90}" type="sibTrans" cxnId="{2717A163-0AB2-4241-A32B-7EAFBD949200}">
      <dgm:prSet/>
      <dgm:spPr/>
      <dgm:t>
        <a:bodyPr/>
        <a:lstStyle/>
        <a:p>
          <a:endParaRPr lang="en-US"/>
        </a:p>
      </dgm:t>
    </dgm:pt>
    <dgm:pt modelId="{B530A3F8-D46C-405D-8E70-97FCF7C1ED36}">
      <dgm:prSet/>
      <dgm:spPr/>
      <dgm:t>
        <a:bodyPr/>
        <a:lstStyle/>
        <a:p>
          <a:r>
            <a:rPr lang="en-US" dirty="0"/>
            <a:t>The deployment lead time is measured in min or hours.</a:t>
          </a:r>
        </a:p>
      </dgm:t>
    </dgm:pt>
    <dgm:pt modelId="{A9F83CC9-B810-4022-8BA8-89C267FC7532}" type="parTrans" cxnId="{F5FB4895-7743-4F06-AE54-39E1DAC61119}">
      <dgm:prSet/>
      <dgm:spPr/>
      <dgm:t>
        <a:bodyPr/>
        <a:lstStyle/>
        <a:p>
          <a:endParaRPr lang="en-US"/>
        </a:p>
      </dgm:t>
    </dgm:pt>
    <dgm:pt modelId="{1331350A-B2FF-4050-B898-C59CCD11D4E4}" type="sibTrans" cxnId="{F5FB4895-7743-4F06-AE54-39E1DAC61119}">
      <dgm:prSet/>
      <dgm:spPr/>
      <dgm:t>
        <a:bodyPr/>
        <a:lstStyle/>
        <a:p>
          <a:endParaRPr lang="en-US"/>
        </a:p>
      </dgm:t>
    </dgm:pt>
    <dgm:pt modelId="{AEC4098F-B4CA-48C3-8C58-39A8CDB8B490}" type="pres">
      <dgm:prSet presAssocID="{45D8DE04-CE4C-4E4A-87DE-8B64481552AA}" presName="root" presStyleCnt="0">
        <dgm:presLayoutVars>
          <dgm:dir/>
          <dgm:resizeHandles val="exact"/>
        </dgm:presLayoutVars>
      </dgm:prSet>
      <dgm:spPr/>
    </dgm:pt>
    <dgm:pt modelId="{2FA1FB0C-81D5-489C-9D4A-2C7988424C45}" type="pres">
      <dgm:prSet presAssocID="{45D8DE04-CE4C-4E4A-87DE-8B64481552AA}" presName="container" presStyleCnt="0">
        <dgm:presLayoutVars>
          <dgm:dir/>
          <dgm:resizeHandles val="exact"/>
        </dgm:presLayoutVars>
      </dgm:prSet>
      <dgm:spPr/>
    </dgm:pt>
    <dgm:pt modelId="{185A8BAE-4336-4BAD-A316-9C548DCCC2F4}" type="pres">
      <dgm:prSet presAssocID="{5E5A42E5-7C53-4097-A62B-7547C72396C2}" presName="compNode" presStyleCnt="0"/>
      <dgm:spPr/>
    </dgm:pt>
    <dgm:pt modelId="{FFC26164-6215-462D-A7E1-6D510CDD8E4F}" type="pres">
      <dgm:prSet presAssocID="{5E5A42E5-7C53-4097-A62B-7547C72396C2}" presName="iconBgRect" presStyleLbl="bgShp" presStyleIdx="0" presStyleCnt="7"/>
      <dgm:spPr/>
    </dgm:pt>
    <dgm:pt modelId="{CBAFDF41-1B49-4117-883B-4A13A5BAA1DB}" type="pres">
      <dgm:prSet presAssocID="{5E5A42E5-7C53-4097-A62B-7547C72396C2}"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ey"/>
        </a:ext>
      </dgm:extLst>
    </dgm:pt>
    <dgm:pt modelId="{2A72DF68-F950-49DC-B9DD-E903CCE454DC}" type="pres">
      <dgm:prSet presAssocID="{5E5A42E5-7C53-4097-A62B-7547C72396C2}" presName="spaceRect" presStyleCnt="0"/>
      <dgm:spPr/>
    </dgm:pt>
    <dgm:pt modelId="{C626602C-086B-4808-9F4F-9A22D12A3C0A}" type="pres">
      <dgm:prSet presAssocID="{5E5A42E5-7C53-4097-A62B-7547C72396C2}" presName="textRect" presStyleLbl="revTx" presStyleIdx="0" presStyleCnt="7">
        <dgm:presLayoutVars>
          <dgm:chMax val="1"/>
          <dgm:chPref val="1"/>
        </dgm:presLayoutVars>
      </dgm:prSet>
      <dgm:spPr/>
    </dgm:pt>
    <dgm:pt modelId="{0A8D1AAA-4D7D-4BB3-8229-13F261FDCA20}" type="pres">
      <dgm:prSet presAssocID="{6A8FCF64-8B1D-4229-A187-6ACD30E3B4DA}" presName="sibTrans" presStyleLbl="sibTrans2D1" presStyleIdx="0" presStyleCnt="0"/>
      <dgm:spPr/>
    </dgm:pt>
    <dgm:pt modelId="{0ADD4706-D647-47A3-8353-B8F814B2488D}" type="pres">
      <dgm:prSet presAssocID="{FFC22585-6376-4FE1-BC45-6DAB73CE1667}" presName="compNode" presStyleCnt="0"/>
      <dgm:spPr/>
    </dgm:pt>
    <dgm:pt modelId="{304D01E1-E193-4702-AC45-53851CD37AF5}" type="pres">
      <dgm:prSet presAssocID="{FFC22585-6376-4FE1-BC45-6DAB73CE1667}" presName="iconBgRect" presStyleLbl="bgShp" presStyleIdx="1" presStyleCnt="7"/>
      <dgm:spPr/>
    </dgm:pt>
    <dgm:pt modelId="{31E2FE66-F28F-4FCF-8C69-65EEE021B6D9}" type="pres">
      <dgm:prSet presAssocID="{FFC22585-6376-4FE1-BC45-6DAB73CE1667}"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93637543-BED6-4F39-857D-4BBF1777ADE3}" type="pres">
      <dgm:prSet presAssocID="{FFC22585-6376-4FE1-BC45-6DAB73CE1667}" presName="spaceRect" presStyleCnt="0"/>
      <dgm:spPr/>
    </dgm:pt>
    <dgm:pt modelId="{3A542308-DE1A-404C-96FF-1AF717BE0468}" type="pres">
      <dgm:prSet presAssocID="{FFC22585-6376-4FE1-BC45-6DAB73CE1667}" presName="textRect" presStyleLbl="revTx" presStyleIdx="1" presStyleCnt="7">
        <dgm:presLayoutVars>
          <dgm:chMax val="1"/>
          <dgm:chPref val="1"/>
        </dgm:presLayoutVars>
      </dgm:prSet>
      <dgm:spPr/>
    </dgm:pt>
    <dgm:pt modelId="{69E635C5-0902-4D8B-8ED6-BFBCA39EA585}" type="pres">
      <dgm:prSet presAssocID="{3935DD29-C2C3-40F2-9013-1D1EA634D601}" presName="sibTrans" presStyleLbl="sibTrans2D1" presStyleIdx="0" presStyleCnt="0"/>
      <dgm:spPr/>
    </dgm:pt>
    <dgm:pt modelId="{0DD85953-A841-4F62-BAF9-C16237028407}" type="pres">
      <dgm:prSet presAssocID="{8643C373-0088-43A2-89D3-171206E191E7}" presName="compNode" presStyleCnt="0"/>
      <dgm:spPr/>
    </dgm:pt>
    <dgm:pt modelId="{C6BC6661-5407-4E35-8E67-23D8CC1DE212}" type="pres">
      <dgm:prSet presAssocID="{8643C373-0088-43A2-89D3-171206E191E7}" presName="iconBgRect" presStyleLbl="bgShp" presStyleIdx="2" presStyleCnt="7"/>
      <dgm:spPr/>
    </dgm:pt>
    <dgm:pt modelId="{3042C8AA-0DF1-46CF-BC5E-996DC3BD3C8B}" type="pres">
      <dgm:prSet presAssocID="{8643C373-0088-43A2-89D3-171206E191E7}"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062E04C4-94E9-479E-B6D5-F67D15D95F1F}" type="pres">
      <dgm:prSet presAssocID="{8643C373-0088-43A2-89D3-171206E191E7}" presName="spaceRect" presStyleCnt="0"/>
      <dgm:spPr/>
    </dgm:pt>
    <dgm:pt modelId="{AE7BC587-74CB-4297-91B9-6A447CC3048B}" type="pres">
      <dgm:prSet presAssocID="{8643C373-0088-43A2-89D3-171206E191E7}" presName="textRect" presStyleLbl="revTx" presStyleIdx="2" presStyleCnt="7">
        <dgm:presLayoutVars>
          <dgm:chMax val="1"/>
          <dgm:chPref val="1"/>
        </dgm:presLayoutVars>
      </dgm:prSet>
      <dgm:spPr/>
    </dgm:pt>
    <dgm:pt modelId="{2CAFD279-0E84-4EDE-89F5-634D311BC6FF}" type="pres">
      <dgm:prSet presAssocID="{7BF15B87-88D3-4F7A-99A9-A787727443F9}" presName="sibTrans" presStyleLbl="sibTrans2D1" presStyleIdx="0" presStyleCnt="0"/>
      <dgm:spPr/>
    </dgm:pt>
    <dgm:pt modelId="{707E9E4E-4EC5-4C60-98D3-270250BCF064}" type="pres">
      <dgm:prSet presAssocID="{709A6BA1-0A5E-496E-A028-EC058BFC75B7}" presName="compNode" presStyleCnt="0"/>
      <dgm:spPr/>
    </dgm:pt>
    <dgm:pt modelId="{A5F8A23F-3A15-4B7C-A572-312A12BA931E}" type="pres">
      <dgm:prSet presAssocID="{709A6BA1-0A5E-496E-A028-EC058BFC75B7}" presName="iconBgRect" presStyleLbl="bgShp" presStyleIdx="3" presStyleCnt="7"/>
      <dgm:spPr/>
    </dgm:pt>
    <dgm:pt modelId="{1B5B000B-82DD-4FC0-8576-9676FB9B0F69}" type="pres">
      <dgm:prSet presAssocID="{709A6BA1-0A5E-496E-A028-EC058BFC75B7}"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4550DDB4-1A8B-46C5-BCEF-C2F24E28E9AA}" type="pres">
      <dgm:prSet presAssocID="{709A6BA1-0A5E-496E-A028-EC058BFC75B7}" presName="spaceRect" presStyleCnt="0"/>
      <dgm:spPr/>
    </dgm:pt>
    <dgm:pt modelId="{7DBBDA1E-2157-457D-80F4-B94CB5D4B61E}" type="pres">
      <dgm:prSet presAssocID="{709A6BA1-0A5E-496E-A028-EC058BFC75B7}" presName="textRect" presStyleLbl="revTx" presStyleIdx="3" presStyleCnt="7">
        <dgm:presLayoutVars>
          <dgm:chMax val="1"/>
          <dgm:chPref val="1"/>
        </dgm:presLayoutVars>
      </dgm:prSet>
      <dgm:spPr/>
    </dgm:pt>
    <dgm:pt modelId="{29E8DC60-3C0A-466E-B4C0-1C67CEEFF8F1}" type="pres">
      <dgm:prSet presAssocID="{B2BAD88D-50AA-4545-B888-DEC72A2156A0}" presName="sibTrans" presStyleLbl="sibTrans2D1" presStyleIdx="0" presStyleCnt="0"/>
      <dgm:spPr/>
    </dgm:pt>
    <dgm:pt modelId="{845B0371-6939-4F80-8074-8A660E9C1BA0}" type="pres">
      <dgm:prSet presAssocID="{D755ECBF-06F6-4562-8140-E8BC65635602}" presName="compNode" presStyleCnt="0"/>
      <dgm:spPr/>
    </dgm:pt>
    <dgm:pt modelId="{43B851F4-85BB-42A6-AC29-6C88C2273EEB}" type="pres">
      <dgm:prSet presAssocID="{D755ECBF-06F6-4562-8140-E8BC65635602}" presName="iconBgRect" presStyleLbl="bgShp" presStyleIdx="4" presStyleCnt="7"/>
      <dgm:spPr/>
    </dgm:pt>
    <dgm:pt modelId="{6015941E-A250-49EB-B566-C57736F7EC21}" type="pres">
      <dgm:prSet presAssocID="{D755ECBF-06F6-4562-8140-E8BC6563560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peed Bump"/>
        </a:ext>
      </dgm:extLst>
    </dgm:pt>
    <dgm:pt modelId="{7AF8DF6D-0268-4D4C-A488-440ADB193062}" type="pres">
      <dgm:prSet presAssocID="{D755ECBF-06F6-4562-8140-E8BC65635602}" presName="spaceRect" presStyleCnt="0"/>
      <dgm:spPr/>
    </dgm:pt>
    <dgm:pt modelId="{F26F8E25-DCF1-42AA-936D-E3197D431117}" type="pres">
      <dgm:prSet presAssocID="{D755ECBF-06F6-4562-8140-E8BC65635602}" presName="textRect" presStyleLbl="revTx" presStyleIdx="4" presStyleCnt="7">
        <dgm:presLayoutVars>
          <dgm:chMax val="1"/>
          <dgm:chPref val="1"/>
        </dgm:presLayoutVars>
      </dgm:prSet>
      <dgm:spPr/>
    </dgm:pt>
    <dgm:pt modelId="{95628148-909B-4E80-910A-C0B9DB926150}" type="pres">
      <dgm:prSet presAssocID="{C3249512-70E9-4986-873E-FC9A584A0D93}" presName="sibTrans" presStyleLbl="sibTrans2D1" presStyleIdx="0" presStyleCnt="0"/>
      <dgm:spPr/>
    </dgm:pt>
    <dgm:pt modelId="{A6FA66B5-E458-464D-B33A-D107D7DF9D1E}" type="pres">
      <dgm:prSet presAssocID="{A9B8A8DE-BCCA-4E04-B3B5-832002644E9B}" presName="compNode" presStyleCnt="0"/>
      <dgm:spPr/>
    </dgm:pt>
    <dgm:pt modelId="{8E0A04E8-33F7-425E-9963-89086B557A33}" type="pres">
      <dgm:prSet presAssocID="{A9B8A8DE-BCCA-4E04-B3B5-832002644E9B}" presName="iconBgRect" presStyleLbl="bgShp" presStyleIdx="5" presStyleCnt="7"/>
      <dgm:spPr/>
    </dgm:pt>
    <dgm:pt modelId="{C52BA4AE-018B-4575-8704-98CC1BE03D45}" type="pres">
      <dgm:prSet presAssocID="{A9B8A8DE-BCCA-4E04-B3B5-832002644E9B}"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9585EE84-C8D1-4A4B-863A-30760444772C}" type="pres">
      <dgm:prSet presAssocID="{A9B8A8DE-BCCA-4E04-B3B5-832002644E9B}" presName="spaceRect" presStyleCnt="0"/>
      <dgm:spPr/>
    </dgm:pt>
    <dgm:pt modelId="{6E7D6118-9125-4F78-80C1-C945AB1E1B46}" type="pres">
      <dgm:prSet presAssocID="{A9B8A8DE-BCCA-4E04-B3B5-832002644E9B}" presName="textRect" presStyleLbl="revTx" presStyleIdx="5" presStyleCnt="7">
        <dgm:presLayoutVars>
          <dgm:chMax val="1"/>
          <dgm:chPref val="1"/>
        </dgm:presLayoutVars>
      </dgm:prSet>
      <dgm:spPr/>
    </dgm:pt>
    <dgm:pt modelId="{67607751-E6E6-4CFF-97F3-C523B81FF527}" type="pres">
      <dgm:prSet presAssocID="{6EE429AE-710D-4364-9539-899253C1CF90}" presName="sibTrans" presStyleLbl="sibTrans2D1" presStyleIdx="0" presStyleCnt="0"/>
      <dgm:spPr/>
    </dgm:pt>
    <dgm:pt modelId="{9FFE1F9F-BDCD-4DDC-91C5-14C1681BEFAD}" type="pres">
      <dgm:prSet presAssocID="{B530A3F8-D46C-405D-8E70-97FCF7C1ED36}" presName="compNode" presStyleCnt="0"/>
      <dgm:spPr/>
    </dgm:pt>
    <dgm:pt modelId="{CE2260FA-C21A-4393-92BB-3EECFB477168}" type="pres">
      <dgm:prSet presAssocID="{B530A3F8-D46C-405D-8E70-97FCF7C1ED36}" presName="iconBgRect" presStyleLbl="bgShp" presStyleIdx="6" presStyleCnt="7"/>
      <dgm:spPr/>
    </dgm:pt>
    <dgm:pt modelId="{A8BD0874-BC91-45A0-A102-C3A75EEA6061}" type="pres">
      <dgm:prSet presAssocID="{B530A3F8-D46C-405D-8E70-97FCF7C1ED36}"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topwatch"/>
        </a:ext>
      </dgm:extLst>
    </dgm:pt>
    <dgm:pt modelId="{2416402F-0061-4B03-998B-73D769124A68}" type="pres">
      <dgm:prSet presAssocID="{B530A3F8-D46C-405D-8E70-97FCF7C1ED36}" presName="spaceRect" presStyleCnt="0"/>
      <dgm:spPr/>
    </dgm:pt>
    <dgm:pt modelId="{658DDB2D-BFDF-47FB-946B-2044617C9042}" type="pres">
      <dgm:prSet presAssocID="{B530A3F8-D46C-405D-8E70-97FCF7C1ED36}" presName="textRect" presStyleLbl="revTx" presStyleIdx="6" presStyleCnt="7">
        <dgm:presLayoutVars>
          <dgm:chMax val="1"/>
          <dgm:chPref val="1"/>
        </dgm:presLayoutVars>
      </dgm:prSet>
      <dgm:spPr/>
    </dgm:pt>
  </dgm:ptLst>
  <dgm:cxnLst>
    <dgm:cxn modelId="{70629304-9744-40AB-A63D-9693858DAA34}" type="presOf" srcId="{B530A3F8-D46C-405D-8E70-97FCF7C1ED36}" destId="{658DDB2D-BFDF-47FB-946B-2044617C9042}" srcOrd="0" destOrd="0" presId="urn:microsoft.com/office/officeart/2018/2/layout/IconCircleList"/>
    <dgm:cxn modelId="{AC522706-E849-44F1-9660-A5713F15BAE3}" srcId="{45D8DE04-CE4C-4E4A-87DE-8B64481552AA}" destId="{D755ECBF-06F6-4562-8140-E8BC65635602}" srcOrd="4" destOrd="0" parTransId="{9BCB9C02-E03F-4118-A879-42B240DEC57E}" sibTransId="{C3249512-70E9-4986-873E-FC9A584A0D93}"/>
    <dgm:cxn modelId="{D3E60C0A-03C8-472B-9547-ADF10F22F5F5}" srcId="{45D8DE04-CE4C-4E4A-87DE-8B64481552AA}" destId="{5E5A42E5-7C53-4097-A62B-7547C72396C2}" srcOrd="0" destOrd="0" parTransId="{2EE1F8CF-11D8-4FD1-AC5A-504BE84D76CF}" sibTransId="{6A8FCF64-8B1D-4229-A187-6ACD30E3B4DA}"/>
    <dgm:cxn modelId="{7F10600D-B6ED-4748-8F5F-C63010E4B289}" srcId="{45D8DE04-CE4C-4E4A-87DE-8B64481552AA}" destId="{FFC22585-6376-4FE1-BC45-6DAB73CE1667}" srcOrd="1" destOrd="0" parTransId="{4F22405A-CF65-47F0-9A27-28EDB2D11B51}" sibTransId="{3935DD29-C2C3-40F2-9013-1D1EA634D601}"/>
    <dgm:cxn modelId="{A5B3F214-B9F9-449D-AB5F-53DA286940D7}" srcId="{45D8DE04-CE4C-4E4A-87DE-8B64481552AA}" destId="{709A6BA1-0A5E-496E-A028-EC058BFC75B7}" srcOrd="3" destOrd="0" parTransId="{33E53108-C638-4754-8A76-C326D404F17A}" sibTransId="{B2BAD88D-50AA-4545-B888-DEC72A2156A0}"/>
    <dgm:cxn modelId="{233EA223-3206-4484-B801-1A97860E51CB}" type="presOf" srcId="{5E5A42E5-7C53-4097-A62B-7547C72396C2}" destId="{C626602C-086B-4808-9F4F-9A22D12A3C0A}" srcOrd="0" destOrd="0" presId="urn:microsoft.com/office/officeart/2018/2/layout/IconCircleList"/>
    <dgm:cxn modelId="{8E92CD29-F411-4420-BAC9-3A21BE9A2B11}" type="presOf" srcId="{6A8FCF64-8B1D-4229-A187-6ACD30E3B4DA}" destId="{0A8D1AAA-4D7D-4BB3-8229-13F261FDCA20}" srcOrd="0" destOrd="0" presId="urn:microsoft.com/office/officeart/2018/2/layout/IconCircleList"/>
    <dgm:cxn modelId="{20A1B32F-816B-4D63-9B74-CC64E9FC9E8F}" type="presOf" srcId="{6EE429AE-710D-4364-9539-899253C1CF90}" destId="{67607751-E6E6-4CFF-97F3-C523B81FF527}" srcOrd="0" destOrd="0" presId="urn:microsoft.com/office/officeart/2018/2/layout/IconCircleList"/>
    <dgm:cxn modelId="{532AB636-89C7-48BE-8462-E14481EBF4B7}" srcId="{45D8DE04-CE4C-4E4A-87DE-8B64481552AA}" destId="{8643C373-0088-43A2-89D3-171206E191E7}" srcOrd="2" destOrd="0" parTransId="{9806D355-B46A-494F-9961-D84D513C978F}" sibTransId="{7BF15B87-88D3-4F7A-99A9-A787727443F9}"/>
    <dgm:cxn modelId="{71D14545-AFDB-45B2-8844-4AF7ED23A5D8}" type="presOf" srcId="{C3249512-70E9-4986-873E-FC9A584A0D93}" destId="{95628148-909B-4E80-910A-C0B9DB926150}" srcOrd="0" destOrd="0" presId="urn:microsoft.com/office/officeart/2018/2/layout/IconCircleList"/>
    <dgm:cxn modelId="{4B5BFB4A-DA08-4555-A060-41ED3B883B45}" type="presOf" srcId="{8643C373-0088-43A2-89D3-171206E191E7}" destId="{AE7BC587-74CB-4297-91B9-6A447CC3048B}" srcOrd="0" destOrd="0" presId="urn:microsoft.com/office/officeart/2018/2/layout/IconCircleList"/>
    <dgm:cxn modelId="{62A9D94B-4FF3-4153-857E-0156E4820857}" type="presOf" srcId="{B2BAD88D-50AA-4545-B888-DEC72A2156A0}" destId="{29E8DC60-3C0A-466E-B4C0-1C67CEEFF8F1}" srcOrd="0" destOrd="0" presId="urn:microsoft.com/office/officeart/2018/2/layout/IconCircleList"/>
    <dgm:cxn modelId="{4BEC774D-B00D-47D0-9CAE-4B594273BF41}" type="presOf" srcId="{FFC22585-6376-4FE1-BC45-6DAB73CE1667}" destId="{3A542308-DE1A-404C-96FF-1AF717BE0468}" srcOrd="0" destOrd="0" presId="urn:microsoft.com/office/officeart/2018/2/layout/IconCircleList"/>
    <dgm:cxn modelId="{2717A163-0AB2-4241-A32B-7EAFBD949200}" srcId="{45D8DE04-CE4C-4E4A-87DE-8B64481552AA}" destId="{A9B8A8DE-BCCA-4E04-B3B5-832002644E9B}" srcOrd="5" destOrd="0" parTransId="{44FFBF9A-ADEB-456C-A26A-AFC905F6550F}" sibTransId="{6EE429AE-710D-4364-9539-899253C1CF90}"/>
    <dgm:cxn modelId="{A625A27D-53CB-4A24-B282-80C210C71A5F}" type="presOf" srcId="{D755ECBF-06F6-4562-8140-E8BC65635602}" destId="{F26F8E25-DCF1-42AA-936D-E3197D431117}" srcOrd="0" destOrd="0" presId="urn:microsoft.com/office/officeart/2018/2/layout/IconCircleList"/>
    <dgm:cxn modelId="{58974C93-838F-4740-B4C6-D36B3B2F6347}" type="presOf" srcId="{45D8DE04-CE4C-4E4A-87DE-8B64481552AA}" destId="{AEC4098F-B4CA-48C3-8C58-39A8CDB8B490}" srcOrd="0" destOrd="0" presId="urn:microsoft.com/office/officeart/2018/2/layout/IconCircleList"/>
    <dgm:cxn modelId="{F5FB4895-7743-4F06-AE54-39E1DAC61119}" srcId="{45D8DE04-CE4C-4E4A-87DE-8B64481552AA}" destId="{B530A3F8-D46C-405D-8E70-97FCF7C1ED36}" srcOrd="6" destOrd="0" parTransId="{A9F83CC9-B810-4022-8BA8-89C267FC7532}" sibTransId="{1331350A-B2FF-4050-B898-C59CCD11D4E4}"/>
    <dgm:cxn modelId="{9BDE0DA0-003D-4C3A-87D6-4CED4CCBFB67}" type="presOf" srcId="{709A6BA1-0A5E-496E-A028-EC058BFC75B7}" destId="{7DBBDA1E-2157-457D-80F4-B94CB5D4B61E}" srcOrd="0" destOrd="0" presId="urn:microsoft.com/office/officeart/2018/2/layout/IconCircleList"/>
    <dgm:cxn modelId="{E92D1CAD-66AD-48E6-B3E4-198701BFD16A}" type="presOf" srcId="{7BF15B87-88D3-4F7A-99A9-A787727443F9}" destId="{2CAFD279-0E84-4EDE-89F5-634D311BC6FF}" srcOrd="0" destOrd="0" presId="urn:microsoft.com/office/officeart/2018/2/layout/IconCircleList"/>
    <dgm:cxn modelId="{43BCD6AF-093A-411F-9CC0-C15CE6655657}" type="presOf" srcId="{3935DD29-C2C3-40F2-9013-1D1EA634D601}" destId="{69E635C5-0902-4D8B-8ED6-BFBCA39EA585}" srcOrd="0" destOrd="0" presId="urn:microsoft.com/office/officeart/2018/2/layout/IconCircleList"/>
    <dgm:cxn modelId="{A86AE3BE-CE72-4D94-8766-0CBDA8FFE6DB}" type="presOf" srcId="{A9B8A8DE-BCCA-4E04-B3B5-832002644E9B}" destId="{6E7D6118-9125-4F78-80C1-C945AB1E1B46}" srcOrd="0" destOrd="0" presId="urn:microsoft.com/office/officeart/2018/2/layout/IconCircleList"/>
    <dgm:cxn modelId="{E4311190-5B85-4514-A054-4DE5B94EFB6B}" type="presParOf" srcId="{AEC4098F-B4CA-48C3-8C58-39A8CDB8B490}" destId="{2FA1FB0C-81D5-489C-9D4A-2C7988424C45}" srcOrd="0" destOrd="0" presId="urn:microsoft.com/office/officeart/2018/2/layout/IconCircleList"/>
    <dgm:cxn modelId="{81F1206E-1734-4517-A191-76537576C1C4}" type="presParOf" srcId="{2FA1FB0C-81D5-489C-9D4A-2C7988424C45}" destId="{185A8BAE-4336-4BAD-A316-9C548DCCC2F4}" srcOrd="0" destOrd="0" presId="urn:microsoft.com/office/officeart/2018/2/layout/IconCircleList"/>
    <dgm:cxn modelId="{CB89E467-7051-4A52-9E36-194F3814C341}" type="presParOf" srcId="{185A8BAE-4336-4BAD-A316-9C548DCCC2F4}" destId="{FFC26164-6215-462D-A7E1-6D510CDD8E4F}" srcOrd="0" destOrd="0" presId="urn:microsoft.com/office/officeart/2018/2/layout/IconCircleList"/>
    <dgm:cxn modelId="{CBCF0D4A-D036-4B76-8ED3-AABA5553188C}" type="presParOf" srcId="{185A8BAE-4336-4BAD-A316-9C548DCCC2F4}" destId="{CBAFDF41-1B49-4117-883B-4A13A5BAA1DB}" srcOrd="1" destOrd="0" presId="urn:microsoft.com/office/officeart/2018/2/layout/IconCircleList"/>
    <dgm:cxn modelId="{21BC7B8B-5C65-4003-9F55-7A6205631D92}" type="presParOf" srcId="{185A8BAE-4336-4BAD-A316-9C548DCCC2F4}" destId="{2A72DF68-F950-49DC-B9DD-E903CCE454DC}" srcOrd="2" destOrd="0" presId="urn:microsoft.com/office/officeart/2018/2/layout/IconCircleList"/>
    <dgm:cxn modelId="{496B3F2F-4E08-4628-823E-584BE1BB8FB2}" type="presParOf" srcId="{185A8BAE-4336-4BAD-A316-9C548DCCC2F4}" destId="{C626602C-086B-4808-9F4F-9A22D12A3C0A}" srcOrd="3" destOrd="0" presId="urn:microsoft.com/office/officeart/2018/2/layout/IconCircleList"/>
    <dgm:cxn modelId="{083DD145-4F67-4705-89F8-1ED7DD27ABD2}" type="presParOf" srcId="{2FA1FB0C-81D5-489C-9D4A-2C7988424C45}" destId="{0A8D1AAA-4D7D-4BB3-8229-13F261FDCA20}" srcOrd="1" destOrd="0" presId="urn:microsoft.com/office/officeart/2018/2/layout/IconCircleList"/>
    <dgm:cxn modelId="{1FE3F782-C1AF-4464-938A-814328318116}" type="presParOf" srcId="{2FA1FB0C-81D5-489C-9D4A-2C7988424C45}" destId="{0ADD4706-D647-47A3-8353-B8F814B2488D}" srcOrd="2" destOrd="0" presId="urn:microsoft.com/office/officeart/2018/2/layout/IconCircleList"/>
    <dgm:cxn modelId="{6C0001DB-5FBB-4C75-ADAA-A6314B0CD724}" type="presParOf" srcId="{0ADD4706-D647-47A3-8353-B8F814B2488D}" destId="{304D01E1-E193-4702-AC45-53851CD37AF5}" srcOrd="0" destOrd="0" presId="urn:microsoft.com/office/officeart/2018/2/layout/IconCircleList"/>
    <dgm:cxn modelId="{C94679FE-A7D3-46D6-B026-E954E873C386}" type="presParOf" srcId="{0ADD4706-D647-47A3-8353-B8F814B2488D}" destId="{31E2FE66-F28F-4FCF-8C69-65EEE021B6D9}" srcOrd="1" destOrd="0" presId="urn:microsoft.com/office/officeart/2018/2/layout/IconCircleList"/>
    <dgm:cxn modelId="{54E0433D-24CE-4BA9-A204-AA5063C8A942}" type="presParOf" srcId="{0ADD4706-D647-47A3-8353-B8F814B2488D}" destId="{93637543-BED6-4F39-857D-4BBF1777ADE3}" srcOrd="2" destOrd="0" presId="urn:microsoft.com/office/officeart/2018/2/layout/IconCircleList"/>
    <dgm:cxn modelId="{9465626A-4333-48E2-8C0B-22DE43DF69D9}" type="presParOf" srcId="{0ADD4706-D647-47A3-8353-B8F814B2488D}" destId="{3A542308-DE1A-404C-96FF-1AF717BE0468}" srcOrd="3" destOrd="0" presId="urn:microsoft.com/office/officeart/2018/2/layout/IconCircleList"/>
    <dgm:cxn modelId="{D573DF15-BAE1-437F-A8B1-050355705160}" type="presParOf" srcId="{2FA1FB0C-81D5-489C-9D4A-2C7988424C45}" destId="{69E635C5-0902-4D8B-8ED6-BFBCA39EA585}" srcOrd="3" destOrd="0" presId="urn:microsoft.com/office/officeart/2018/2/layout/IconCircleList"/>
    <dgm:cxn modelId="{20A92418-4DD0-4A73-9FC5-DC8B449BAABF}" type="presParOf" srcId="{2FA1FB0C-81D5-489C-9D4A-2C7988424C45}" destId="{0DD85953-A841-4F62-BAF9-C16237028407}" srcOrd="4" destOrd="0" presId="urn:microsoft.com/office/officeart/2018/2/layout/IconCircleList"/>
    <dgm:cxn modelId="{713616B7-2FF4-45A8-A90D-9147167B85E9}" type="presParOf" srcId="{0DD85953-A841-4F62-BAF9-C16237028407}" destId="{C6BC6661-5407-4E35-8E67-23D8CC1DE212}" srcOrd="0" destOrd="0" presId="urn:microsoft.com/office/officeart/2018/2/layout/IconCircleList"/>
    <dgm:cxn modelId="{CBBB2525-CD48-4ADD-B250-F6C2BB26A369}" type="presParOf" srcId="{0DD85953-A841-4F62-BAF9-C16237028407}" destId="{3042C8AA-0DF1-46CF-BC5E-996DC3BD3C8B}" srcOrd="1" destOrd="0" presId="urn:microsoft.com/office/officeart/2018/2/layout/IconCircleList"/>
    <dgm:cxn modelId="{2B6214F8-C90F-4075-A99A-36B5C1051005}" type="presParOf" srcId="{0DD85953-A841-4F62-BAF9-C16237028407}" destId="{062E04C4-94E9-479E-B6D5-F67D15D95F1F}" srcOrd="2" destOrd="0" presId="urn:microsoft.com/office/officeart/2018/2/layout/IconCircleList"/>
    <dgm:cxn modelId="{B1CEBAA9-7C39-400B-985F-09D46C30C400}" type="presParOf" srcId="{0DD85953-A841-4F62-BAF9-C16237028407}" destId="{AE7BC587-74CB-4297-91B9-6A447CC3048B}" srcOrd="3" destOrd="0" presId="urn:microsoft.com/office/officeart/2018/2/layout/IconCircleList"/>
    <dgm:cxn modelId="{DF049906-CBA8-4C67-A478-006CDB65E5F3}" type="presParOf" srcId="{2FA1FB0C-81D5-489C-9D4A-2C7988424C45}" destId="{2CAFD279-0E84-4EDE-89F5-634D311BC6FF}" srcOrd="5" destOrd="0" presId="urn:microsoft.com/office/officeart/2018/2/layout/IconCircleList"/>
    <dgm:cxn modelId="{D5104B8C-EF70-4531-876B-E2756EDB69AA}" type="presParOf" srcId="{2FA1FB0C-81D5-489C-9D4A-2C7988424C45}" destId="{707E9E4E-4EC5-4C60-98D3-270250BCF064}" srcOrd="6" destOrd="0" presId="urn:microsoft.com/office/officeart/2018/2/layout/IconCircleList"/>
    <dgm:cxn modelId="{E7316503-5F11-4B59-8E33-0BA1DF600A42}" type="presParOf" srcId="{707E9E4E-4EC5-4C60-98D3-270250BCF064}" destId="{A5F8A23F-3A15-4B7C-A572-312A12BA931E}" srcOrd="0" destOrd="0" presId="urn:microsoft.com/office/officeart/2018/2/layout/IconCircleList"/>
    <dgm:cxn modelId="{5D09D432-D1BB-498F-941F-FCC9D7A3A912}" type="presParOf" srcId="{707E9E4E-4EC5-4C60-98D3-270250BCF064}" destId="{1B5B000B-82DD-4FC0-8576-9676FB9B0F69}" srcOrd="1" destOrd="0" presId="urn:microsoft.com/office/officeart/2018/2/layout/IconCircleList"/>
    <dgm:cxn modelId="{BFBE9FFE-4BE7-4955-B8D1-181604E6D76F}" type="presParOf" srcId="{707E9E4E-4EC5-4C60-98D3-270250BCF064}" destId="{4550DDB4-1A8B-46C5-BCEF-C2F24E28E9AA}" srcOrd="2" destOrd="0" presId="urn:microsoft.com/office/officeart/2018/2/layout/IconCircleList"/>
    <dgm:cxn modelId="{91C656DE-3D0C-486E-B3A0-6BEF16A27E7A}" type="presParOf" srcId="{707E9E4E-4EC5-4C60-98D3-270250BCF064}" destId="{7DBBDA1E-2157-457D-80F4-B94CB5D4B61E}" srcOrd="3" destOrd="0" presId="urn:microsoft.com/office/officeart/2018/2/layout/IconCircleList"/>
    <dgm:cxn modelId="{326D7E5F-44E6-4C4E-A1A5-B34C79E0088E}" type="presParOf" srcId="{2FA1FB0C-81D5-489C-9D4A-2C7988424C45}" destId="{29E8DC60-3C0A-466E-B4C0-1C67CEEFF8F1}" srcOrd="7" destOrd="0" presId="urn:microsoft.com/office/officeart/2018/2/layout/IconCircleList"/>
    <dgm:cxn modelId="{48B91546-640E-4A63-8511-B200A9C77E77}" type="presParOf" srcId="{2FA1FB0C-81D5-489C-9D4A-2C7988424C45}" destId="{845B0371-6939-4F80-8074-8A660E9C1BA0}" srcOrd="8" destOrd="0" presId="urn:microsoft.com/office/officeart/2018/2/layout/IconCircleList"/>
    <dgm:cxn modelId="{9EF57127-FDF3-4BE3-AD62-480F3C5A59B4}" type="presParOf" srcId="{845B0371-6939-4F80-8074-8A660E9C1BA0}" destId="{43B851F4-85BB-42A6-AC29-6C88C2273EEB}" srcOrd="0" destOrd="0" presId="urn:microsoft.com/office/officeart/2018/2/layout/IconCircleList"/>
    <dgm:cxn modelId="{BBF06BBC-C8AE-4E17-90BD-F4D7D9C1AF6E}" type="presParOf" srcId="{845B0371-6939-4F80-8074-8A660E9C1BA0}" destId="{6015941E-A250-49EB-B566-C57736F7EC21}" srcOrd="1" destOrd="0" presId="urn:microsoft.com/office/officeart/2018/2/layout/IconCircleList"/>
    <dgm:cxn modelId="{D17E8366-D7ED-4691-8DD8-44EBF62ADF04}" type="presParOf" srcId="{845B0371-6939-4F80-8074-8A660E9C1BA0}" destId="{7AF8DF6D-0268-4D4C-A488-440ADB193062}" srcOrd="2" destOrd="0" presId="urn:microsoft.com/office/officeart/2018/2/layout/IconCircleList"/>
    <dgm:cxn modelId="{666D219E-B67D-4CBC-A5C5-FBFC5855FAA5}" type="presParOf" srcId="{845B0371-6939-4F80-8074-8A660E9C1BA0}" destId="{F26F8E25-DCF1-42AA-936D-E3197D431117}" srcOrd="3" destOrd="0" presId="urn:microsoft.com/office/officeart/2018/2/layout/IconCircleList"/>
    <dgm:cxn modelId="{8475B8B4-A406-4548-91F2-E3515FD1AAF7}" type="presParOf" srcId="{2FA1FB0C-81D5-489C-9D4A-2C7988424C45}" destId="{95628148-909B-4E80-910A-C0B9DB926150}" srcOrd="9" destOrd="0" presId="urn:microsoft.com/office/officeart/2018/2/layout/IconCircleList"/>
    <dgm:cxn modelId="{175E753E-E55C-41DA-B5EB-785C0F1DBFE8}" type="presParOf" srcId="{2FA1FB0C-81D5-489C-9D4A-2C7988424C45}" destId="{A6FA66B5-E458-464D-B33A-D107D7DF9D1E}" srcOrd="10" destOrd="0" presId="urn:microsoft.com/office/officeart/2018/2/layout/IconCircleList"/>
    <dgm:cxn modelId="{6F4B052C-6518-4A8D-90DE-66FCCAD778B2}" type="presParOf" srcId="{A6FA66B5-E458-464D-B33A-D107D7DF9D1E}" destId="{8E0A04E8-33F7-425E-9963-89086B557A33}" srcOrd="0" destOrd="0" presId="urn:microsoft.com/office/officeart/2018/2/layout/IconCircleList"/>
    <dgm:cxn modelId="{2355BF9D-DCD6-4584-A16A-A6CF0E52D792}" type="presParOf" srcId="{A6FA66B5-E458-464D-B33A-D107D7DF9D1E}" destId="{C52BA4AE-018B-4575-8704-98CC1BE03D45}" srcOrd="1" destOrd="0" presId="urn:microsoft.com/office/officeart/2018/2/layout/IconCircleList"/>
    <dgm:cxn modelId="{9F1C7AAD-EAEF-4CCF-B3B4-75B68907CC26}" type="presParOf" srcId="{A6FA66B5-E458-464D-B33A-D107D7DF9D1E}" destId="{9585EE84-C8D1-4A4B-863A-30760444772C}" srcOrd="2" destOrd="0" presId="urn:microsoft.com/office/officeart/2018/2/layout/IconCircleList"/>
    <dgm:cxn modelId="{71BA6AFB-CF85-4CF3-8D98-4AFBC2FBCC86}" type="presParOf" srcId="{A6FA66B5-E458-464D-B33A-D107D7DF9D1E}" destId="{6E7D6118-9125-4F78-80C1-C945AB1E1B46}" srcOrd="3" destOrd="0" presId="urn:microsoft.com/office/officeart/2018/2/layout/IconCircleList"/>
    <dgm:cxn modelId="{37C9DC67-9149-4255-AFED-69373CE057B8}" type="presParOf" srcId="{2FA1FB0C-81D5-489C-9D4A-2C7988424C45}" destId="{67607751-E6E6-4CFF-97F3-C523B81FF527}" srcOrd="11" destOrd="0" presId="urn:microsoft.com/office/officeart/2018/2/layout/IconCircleList"/>
    <dgm:cxn modelId="{4075C9AB-DB92-41F8-8D3B-5F4598F28A81}" type="presParOf" srcId="{2FA1FB0C-81D5-489C-9D4A-2C7988424C45}" destId="{9FFE1F9F-BDCD-4DDC-91C5-14C1681BEFAD}" srcOrd="12" destOrd="0" presId="urn:microsoft.com/office/officeart/2018/2/layout/IconCircleList"/>
    <dgm:cxn modelId="{05368EDF-A640-48EE-9D92-CC98A02D56C0}" type="presParOf" srcId="{9FFE1F9F-BDCD-4DDC-91C5-14C1681BEFAD}" destId="{CE2260FA-C21A-4393-92BB-3EECFB477168}" srcOrd="0" destOrd="0" presId="urn:microsoft.com/office/officeart/2018/2/layout/IconCircleList"/>
    <dgm:cxn modelId="{EC2FEFD1-9116-4A04-BE84-01513D9919D8}" type="presParOf" srcId="{9FFE1F9F-BDCD-4DDC-91C5-14C1681BEFAD}" destId="{A8BD0874-BC91-45A0-A102-C3A75EEA6061}" srcOrd="1" destOrd="0" presId="urn:microsoft.com/office/officeart/2018/2/layout/IconCircleList"/>
    <dgm:cxn modelId="{219CCD72-5867-4C2D-8C28-C21D9652A3D5}" type="presParOf" srcId="{9FFE1F9F-BDCD-4DDC-91C5-14C1681BEFAD}" destId="{2416402F-0061-4B03-998B-73D769124A68}" srcOrd="2" destOrd="0" presId="urn:microsoft.com/office/officeart/2018/2/layout/IconCircleList"/>
    <dgm:cxn modelId="{96874C12-7464-4FD9-A260-B84ECE7CBEC5}" type="presParOf" srcId="{9FFE1F9F-BDCD-4DDC-91C5-14C1681BEFAD}" destId="{658DDB2D-BFDF-47FB-946B-2044617C904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8460-1982-AF49-BD2E-D4E85578A227}">
      <dsp:nvSpPr>
        <dsp:cNvPr id="0" name=""/>
        <dsp:cNvSpPr/>
      </dsp:nvSpPr>
      <dsp:spPr>
        <a:xfrm>
          <a:off x="0" y="12559"/>
          <a:ext cx="6666833" cy="2676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The term Value Streams comes from Lean manufacturing  that took its origin in Toyota Production System after the World War II. Lean thinking (1996) by Womack and Jones identified five Lean principles and Value Stream was one of them.</a:t>
          </a:r>
        </a:p>
      </dsp:txBody>
      <dsp:txXfrm>
        <a:off x="130678" y="143237"/>
        <a:ext cx="6405477" cy="2415604"/>
      </dsp:txXfrm>
    </dsp:sp>
    <dsp:sp modelId="{59C19357-681F-A747-9BC1-4579D6895F81}">
      <dsp:nvSpPr>
        <dsp:cNvPr id="0" name=""/>
        <dsp:cNvSpPr/>
      </dsp:nvSpPr>
      <dsp:spPr>
        <a:xfrm>
          <a:off x="0" y="2764400"/>
          <a:ext cx="6666833" cy="26769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Mik Kersten in Project to product (2018) proposed a very clear definition of Value stream: the end-to-end set of activities performed to deliver value to a customer through a product or service.</a:t>
          </a:r>
        </a:p>
      </dsp:txBody>
      <dsp:txXfrm>
        <a:off x="130678" y="2895078"/>
        <a:ext cx="6405477" cy="24156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8460-1982-AF49-BD2E-D4E85578A227}">
      <dsp:nvSpPr>
        <dsp:cNvPr id="0" name=""/>
        <dsp:cNvSpPr/>
      </dsp:nvSpPr>
      <dsp:spPr>
        <a:xfrm>
          <a:off x="0" y="38263"/>
          <a:ext cx="6666833" cy="2676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The term Value Streams comes from Lean manufacturing  that took its origin in Toyota Production System after the World War II. </a:t>
          </a:r>
          <a:r>
            <a:rPr lang="en-US" sz="2600" kern="1200"/>
            <a:t>Lean thinking (1996) by Womack and Jones identified five Lean principles and Value Stream was one of them.</a:t>
          </a:r>
        </a:p>
      </dsp:txBody>
      <dsp:txXfrm>
        <a:off x="130678" y="168941"/>
        <a:ext cx="6405477" cy="2415604"/>
      </dsp:txXfrm>
    </dsp:sp>
    <dsp:sp modelId="{59C19357-681F-A747-9BC1-4579D6895F81}">
      <dsp:nvSpPr>
        <dsp:cNvPr id="0" name=""/>
        <dsp:cNvSpPr/>
      </dsp:nvSpPr>
      <dsp:spPr>
        <a:xfrm>
          <a:off x="0" y="2764400"/>
          <a:ext cx="6666833" cy="26769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Mik Kersten in Project to product (2018) proposed a very clear definition of Value stream: the end-to-end set of activities performed to deliver value to a customer through a product or service.</a:t>
          </a:r>
        </a:p>
      </dsp:txBody>
      <dsp:txXfrm>
        <a:off x="130678" y="2895078"/>
        <a:ext cx="6405477" cy="2415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98460-1982-AF49-BD2E-D4E85578A227}">
      <dsp:nvSpPr>
        <dsp:cNvPr id="0" name=""/>
        <dsp:cNvSpPr/>
      </dsp:nvSpPr>
      <dsp:spPr>
        <a:xfrm>
          <a:off x="0" y="38263"/>
          <a:ext cx="6666833" cy="2676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The term Value Streams comes from Lean manufacturing, which originated in the Toyota Production System after World War II. Lean thinking (1996) by Womack and Jones identified five Lean principles, and Value Stream was one of them.</a:t>
          </a:r>
        </a:p>
      </dsp:txBody>
      <dsp:txXfrm>
        <a:off x="130678" y="168941"/>
        <a:ext cx="6405477" cy="2415604"/>
      </dsp:txXfrm>
    </dsp:sp>
    <dsp:sp modelId="{59C19357-681F-A747-9BC1-4579D6895F81}">
      <dsp:nvSpPr>
        <dsp:cNvPr id="0" name=""/>
        <dsp:cNvSpPr/>
      </dsp:nvSpPr>
      <dsp:spPr>
        <a:xfrm>
          <a:off x="0" y="2764400"/>
          <a:ext cx="6666833" cy="26769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Mik Kersten in Project to product (2018) proposed a very clear definition of Value stream: the end-to-end set of activities performed to deliver value to a customer through a product or service.</a:t>
          </a:r>
        </a:p>
      </dsp:txBody>
      <dsp:txXfrm>
        <a:off x="130678" y="2895078"/>
        <a:ext cx="6405477" cy="24156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430F6-61E3-4AE1-868A-498076B6B2CC}">
      <dsp:nvSpPr>
        <dsp:cNvPr id="0" name=""/>
        <dsp:cNvSpPr/>
      </dsp:nvSpPr>
      <dsp:spPr>
        <a:xfrm>
          <a:off x="973190" y="604086"/>
          <a:ext cx="1264141" cy="126414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0032A6-1754-403E-8D37-0F699A8DEA2F}">
      <dsp:nvSpPr>
        <dsp:cNvPr id="0" name=""/>
        <dsp:cNvSpPr/>
      </dsp:nvSpPr>
      <dsp:spPr>
        <a:xfrm>
          <a:off x="1242597" y="873493"/>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310CA3-623B-4EBB-9ACB-B0ADC6436A02}">
      <dsp:nvSpPr>
        <dsp:cNvPr id="0" name=""/>
        <dsp:cNvSpPr/>
      </dsp:nvSpPr>
      <dsp:spPr>
        <a:xfrm>
          <a:off x="569079" y="2261976"/>
          <a:ext cx="2072362" cy="108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THEY BOTH COME FROM LEAN PRINCIPLES, AND THEY ARE BOTH USED TO ACCELERATE THE SOFTWARE DELIVERY TO CUSTOMERS.</a:t>
          </a:r>
        </a:p>
      </dsp:txBody>
      <dsp:txXfrm>
        <a:off x="569079" y="2261976"/>
        <a:ext cx="2072362" cy="1082812"/>
      </dsp:txXfrm>
    </dsp:sp>
    <dsp:sp modelId="{D0D28C0D-4E02-46A1-9D5C-184069B14C61}">
      <dsp:nvSpPr>
        <dsp:cNvPr id="0" name=""/>
        <dsp:cNvSpPr/>
      </dsp:nvSpPr>
      <dsp:spPr>
        <a:xfrm>
          <a:off x="3408216" y="604086"/>
          <a:ext cx="1264141" cy="1264141"/>
        </a:xfrm>
        <a:prstGeom prst="round2DiagRect">
          <a:avLst>
            <a:gd name="adj1" fmla="val 29727"/>
            <a:gd name="adj2" fmla="val 0"/>
          </a:avLst>
        </a:prstGeom>
        <a:solidFill>
          <a:schemeClr val="accent2">
            <a:hueOff val="2147871"/>
            <a:satOff val="-6164"/>
            <a:lumOff val="-9870"/>
            <a:alphaOff val="0"/>
          </a:schemeClr>
        </a:solidFill>
        <a:ln>
          <a:noFill/>
        </a:ln>
        <a:effectLst/>
      </dsp:spPr>
      <dsp:style>
        <a:lnRef idx="0">
          <a:scrgbClr r="0" g="0" b="0"/>
        </a:lnRef>
        <a:fillRef idx="1">
          <a:scrgbClr r="0" g="0" b="0"/>
        </a:fillRef>
        <a:effectRef idx="0">
          <a:scrgbClr r="0" g="0" b="0"/>
        </a:effectRef>
        <a:fontRef idx="minor"/>
      </dsp:style>
    </dsp:sp>
    <dsp:sp modelId="{859B749D-BA03-4AB2-9862-FAB562266825}">
      <dsp:nvSpPr>
        <dsp:cNvPr id="0" name=""/>
        <dsp:cNvSpPr/>
      </dsp:nvSpPr>
      <dsp:spPr>
        <a:xfrm>
          <a:off x="3677623" y="873493"/>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256445-C6D5-4783-BCB7-88CB4EDA833E}">
      <dsp:nvSpPr>
        <dsp:cNvPr id="0" name=""/>
        <dsp:cNvSpPr/>
      </dsp:nvSpPr>
      <dsp:spPr>
        <a:xfrm>
          <a:off x="3004105" y="2261976"/>
          <a:ext cx="2072362" cy="108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THE PROCESS STARTS WHEN AN IDEA ENTERS THE BACKLOG. IT IS CONVERTED INTO USER STORIES, CODING, TESTING, VERSION CONTROL, DEPLOYMENT, AND PRODUCTION.</a:t>
          </a:r>
        </a:p>
      </dsp:txBody>
      <dsp:txXfrm>
        <a:off x="3004105" y="2261976"/>
        <a:ext cx="2072362" cy="1082812"/>
      </dsp:txXfrm>
    </dsp:sp>
    <dsp:sp modelId="{DCEAD28B-C3D7-4C65-B94B-B176EF7CE494}">
      <dsp:nvSpPr>
        <dsp:cNvPr id="0" name=""/>
        <dsp:cNvSpPr/>
      </dsp:nvSpPr>
      <dsp:spPr>
        <a:xfrm>
          <a:off x="5843242" y="604086"/>
          <a:ext cx="1264141" cy="1264141"/>
        </a:xfrm>
        <a:prstGeom prst="round2DiagRect">
          <a:avLst>
            <a:gd name="adj1" fmla="val 29727"/>
            <a:gd name="adj2" fmla="val 0"/>
          </a:avLst>
        </a:prstGeom>
        <a:solidFill>
          <a:schemeClr val="accent2">
            <a:hueOff val="4295742"/>
            <a:satOff val="-12329"/>
            <a:lumOff val="-19739"/>
            <a:alphaOff val="0"/>
          </a:schemeClr>
        </a:solidFill>
        <a:ln>
          <a:noFill/>
        </a:ln>
        <a:effectLst/>
      </dsp:spPr>
      <dsp:style>
        <a:lnRef idx="0">
          <a:scrgbClr r="0" g="0" b="0"/>
        </a:lnRef>
        <a:fillRef idx="1">
          <a:scrgbClr r="0" g="0" b="0"/>
        </a:fillRef>
        <a:effectRef idx="0">
          <a:scrgbClr r="0" g="0" b="0"/>
        </a:effectRef>
        <a:fontRef idx="minor"/>
      </dsp:style>
    </dsp:sp>
    <dsp:sp modelId="{A115BF4D-83FC-4EAD-9AB8-ACCCC6193140}">
      <dsp:nvSpPr>
        <dsp:cNvPr id="0" name=""/>
        <dsp:cNvSpPr/>
      </dsp:nvSpPr>
      <dsp:spPr>
        <a:xfrm>
          <a:off x="6112649" y="873493"/>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82D24B-C7E4-4D77-B129-55FAB4D5E262}">
      <dsp:nvSpPr>
        <dsp:cNvPr id="0" name=""/>
        <dsp:cNvSpPr/>
      </dsp:nvSpPr>
      <dsp:spPr>
        <a:xfrm>
          <a:off x="5439131" y="2261976"/>
          <a:ext cx="2072362" cy="108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VALUE STREAM HAS A SUBSET CALLED DEPLOYMENT LEAD TIME, WHICH STARTS WHEN A CHANGE IS CHECKED INTO VERSION CONTROL UNTIL IT IS RUN IN PRODUCTION.</a:t>
          </a:r>
        </a:p>
      </dsp:txBody>
      <dsp:txXfrm>
        <a:off x="5439131" y="2261976"/>
        <a:ext cx="2072362" cy="1082812"/>
      </dsp:txXfrm>
    </dsp:sp>
    <dsp:sp modelId="{391B1748-AEBA-4C2D-A41B-993FD79AD697}">
      <dsp:nvSpPr>
        <dsp:cNvPr id="0" name=""/>
        <dsp:cNvSpPr/>
      </dsp:nvSpPr>
      <dsp:spPr>
        <a:xfrm>
          <a:off x="8278268" y="604086"/>
          <a:ext cx="1264141" cy="1264141"/>
        </a:xfrm>
        <a:prstGeom prst="round2DiagRect">
          <a:avLst>
            <a:gd name="adj1" fmla="val 29727"/>
            <a:gd name="adj2" fmla="val 0"/>
          </a:avLst>
        </a:prstGeom>
        <a:solidFill>
          <a:schemeClr val="accent2">
            <a:hueOff val="6443612"/>
            <a:satOff val="-18493"/>
            <a:lumOff val="-29609"/>
            <a:alphaOff val="0"/>
          </a:schemeClr>
        </a:solidFill>
        <a:ln>
          <a:noFill/>
        </a:ln>
        <a:effectLst/>
      </dsp:spPr>
      <dsp:style>
        <a:lnRef idx="0">
          <a:scrgbClr r="0" g="0" b="0"/>
        </a:lnRef>
        <a:fillRef idx="1">
          <a:scrgbClr r="0" g="0" b="0"/>
        </a:fillRef>
        <a:effectRef idx="0">
          <a:scrgbClr r="0" g="0" b="0"/>
        </a:effectRef>
        <a:fontRef idx="minor"/>
      </dsp:style>
    </dsp:sp>
    <dsp:sp modelId="{0964FFF6-9F35-4647-94DD-38F98446BFDC}">
      <dsp:nvSpPr>
        <dsp:cNvPr id="0" name=""/>
        <dsp:cNvSpPr/>
      </dsp:nvSpPr>
      <dsp:spPr>
        <a:xfrm>
          <a:off x="8547675" y="873493"/>
          <a:ext cx="725326" cy="725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F69B19-03E7-4962-A1C7-AB20C6D82D21}">
      <dsp:nvSpPr>
        <dsp:cNvPr id="0" name=""/>
        <dsp:cNvSpPr/>
      </dsp:nvSpPr>
      <dsp:spPr>
        <a:xfrm>
          <a:off x="7874157" y="2261976"/>
          <a:ext cx="2072362" cy="108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DEVOPS GOAL IS TO IMPROVE THE FLOW BY USING SMALL BATCHES, TESTING  DEPLOYMENT  AND OPERATIONS AT THE SAME TIME AS DESIGN AND DEVELOPMENT.</a:t>
          </a:r>
        </a:p>
      </dsp:txBody>
      <dsp:txXfrm>
        <a:off x="7874157" y="2261976"/>
        <a:ext cx="2072362" cy="10828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FB21D-9C63-AE44-B056-22FB87B65D4E}">
      <dsp:nvSpPr>
        <dsp:cNvPr id="0" name=""/>
        <dsp:cNvSpPr/>
      </dsp:nvSpPr>
      <dsp:spPr>
        <a:xfrm>
          <a:off x="582645" y="1178"/>
          <a:ext cx="2174490" cy="13046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Business Idea</a:t>
          </a:r>
        </a:p>
      </dsp:txBody>
      <dsp:txXfrm>
        <a:off x="582645" y="1178"/>
        <a:ext cx="2174490" cy="1304694"/>
      </dsp:txXfrm>
    </dsp:sp>
    <dsp:sp modelId="{EC64A26F-436C-B949-89D3-99D181F5AD01}">
      <dsp:nvSpPr>
        <dsp:cNvPr id="0" name=""/>
        <dsp:cNvSpPr/>
      </dsp:nvSpPr>
      <dsp:spPr>
        <a:xfrm>
          <a:off x="2974584" y="1178"/>
          <a:ext cx="2174490" cy="1304694"/>
        </a:xfrm>
        <a:prstGeom prst="rect">
          <a:avLst/>
        </a:prstGeom>
        <a:gradFill rotWithShape="0">
          <a:gsLst>
            <a:gs pos="0">
              <a:schemeClr val="accent5">
                <a:hueOff val="-1519019"/>
                <a:satOff val="-103"/>
                <a:lumOff val="245"/>
                <a:alphaOff val="0"/>
                <a:satMod val="103000"/>
                <a:lumMod val="102000"/>
                <a:tint val="94000"/>
              </a:schemeClr>
            </a:gs>
            <a:gs pos="50000">
              <a:schemeClr val="accent5">
                <a:hueOff val="-1519019"/>
                <a:satOff val="-103"/>
                <a:lumOff val="245"/>
                <a:alphaOff val="0"/>
                <a:satMod val="110000"/>
                <a:lumMod val="100000"/>
                <a:shade val="100000"/>
              </a:schemeClr>
            </a:gs>
            <a:gs pos="100000">
              <a:schemeClr val="accent5">
                <a:hueOff val="-1519019"/>
                <a:satOff val="-103"/>
                <a:lumOff val="24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Backlog</a:t>
          </a:r>
        </a:p>
      </dsp:txBody>
      <dsp:txXfrm>
        <a:off x="2974584" y="1178"/>
        <a:ext cx="2174490" cy="1304694"/>
      </dsp:txXfrm>
    </dsp:sp>
    <dsp:sp modelId="{11DC0A3A-573E-D94C-93CD-414E3DD000D6}">
      <dsp:nvSpPr>
        <dsp:cNvPr id="0" name=""/>
        <dsp:cNvSpPr/>
      </dsp:nvSpPr>
      <dsp:spPr>
        <a:xfrm>
          <a:off x="5366524" y="1178"/>
          <a:ext cx="2174490" cy="1304694"/>
        </a:xfrm>
        <a:prstGeom prst="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User Stories</a:t>
          </a:r>
        </a:p>
      </dsp:txBody>
      <dsp:txXfrm>
        <a:off x="5366524" y="1178"/>
        <a:ext cx="2174490" cy="1304694"/>
      </dsp:txXfrm>
    </dsp:sp>
    <dsp:sp modelId="{315526BF-6430-424F-9AF8-E3C7165BCB22}">
      <dsp:nvSpPr>
        <dsp:cNvPr id="0" name=""/>
        <dsp:cNvSpPr/>
      </dsp:nvSpPr>
      <dsp:spPr>
        <a:xfrm>
          <a:off x="7758464" y="1178"/>
          <a:ext cx="2174490" cy="1304694"/>
        </a:xfrm>
        <a:prstGeom prst="rect">
          <a:avLst/>
        </a:prstGeom>
        <a:gradFill rotWithShape="0">
          <a:gsLst>
            <a:gs pos="0">
              <a:schemeClr val="accent5">
                <a:hueOff val="-4557056"/>
                <a:satOff val="-310"/>
                <a:lumOff val="735"/>
                <a:alphaOff val="0"/>
                <a:satMod val="103000"/>
                <a:lumMod val="102000"/>
                <a:tint val="94000"/>
              </a:schemeClr>
            </a:gs>
            <a:gs pos="50000">
              <a:schemeClr val="accent5">
                <a:hueOff val="-4557056"/>
                <a:satOff val="-310"/>
                <a:lumOff val="735"/>
                <a:alphaOff val="0"/>
                <a:satMod val="110000"/>
                <a:lumMod val="100000"/>
                <a:shade val="100000"/>
              </a:schemeClr>
            </a:gs>
            <a:gs pos="100000">
              <a:schemeClr val="accent5">
                <a:hueOff val="-4557056"/>
                <a:satOff val="-310"/>
                <a:lumOff val="73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Code</a:t>
          </a:r>
        </a:p>
      </dsp:txBody>
      <dsp:txXfrm>
        <a:off x="7758464" y="1178"/>
        <a:ext cx="2174490" cy="1304694"/>
      </dsp:txXfrm>
    </dsp:sp>
    <dsp:sp modelId="{34D43B9B-1A5D-1745-97D4-976B3A29A002}">
      <dsp:nvSpPr>
        <dsp:cNvPr id="0" name=""/>
        <dsp:cNvSpPr/>
      </dsp:nvSpPr>
      <dsp:spPr>
        <a:xfrm>
          <a:off x="582645" y="1523321"/>
          <a:ext cx="2174490" cy="1304694"/>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Version Control</a:t>
          </a:r>
        </a:p>
      </dsp:txBody>
      <dsp:txXfrm>
        <a:off x="582645" y="1523321"/>
        <a:ext cx="2174490" cy="1304694"/>
      </dsp:txXfrm>
    </dsp:sp>
    <dsp:sp modelId="{8A8270C4-8212-CF4F-BD60-0B3DCC9D4453}">
      <dsp:nvSpPr>
        <dsp:cNvPr id="0" name=""/>
        <dsp:cNvSpPr/>
      </dsp:nvSpPr>
      <dsp:spPr>
        <a:xfrm>
          <a:off x="2974584" y="1523321"/>
          <a:ext cx="2174490" cy="1304694"/>
        </a:xfrm>
        <a:prstGeom prst="rect">
          <a:avLst/>
        </a:prstGeom>
        <a:gradFill rotWithShape="0">
          <a:gsLst>
            <a:gs pos="0">
              <a:schemeClr val="accent5">
                <a:hueOff val="-7595094"/>
                <a:satOff val="-516"/>
                <a:lumOff val="1226"/>
                <a:alphaOff val="0"/>
                <a:satMod val="103000"/>
                <a:lumMod val="102000"/>
                <a:tint val="94000"/>
              </a:schemeClr>
            </a:gs>
            <a:gs pos="50000">
              <a:schemeClr val="accent5">
                <a:hueOff val="-7595094"/>
                <a:satOff val="-516"/>
                <a:lumOff val="1226"/>
                <a:alphaOff val="0"/>
                <a:satMod val="110000"/>
                <a:lumMod val="100000"/>
                <a:shade val="100000"/>
              </a:schemeClr>
            </a:gs>
            <a:gs pos="100000">
              <a:schemeClr val="accent5">
                <a:hueOff val="-7595094"/>
                <a:satOff val="-516"/>
                <a:lumOff val="122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Testing</a:t>
          </a:r>
        </a:p>
      </dsp:txBody>
      <dsp:txXfrm>
        <a:off x="2974584" y="1523321"/>
        <a:ext cx="2174490" cy="1304694"/>
      </dsp:txXfrm>
    </dsp:sp>
    <dsp:sp modelId="{7964FE97-99A6-F741-BEC4-6E3F593A9A52}">
      <dsp:nvSpPr>
        <dsp:cNvPr id="0" name=""/>
        <dsp:cNvSpPr/>
      </dsp:nvSpPr>
      <dsp:spPr>
        <a:xfrm>
          <a:off x="5366524" y="1523321"/>
          <a:ext cx="2174490" cy="1304694"/>
        </a:xfrm>
        <a:prstGeom prst="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Deployment</a:t>
          </a:r>
        </a:p>
      </dsp:txBody>
      <dsp:txXfrm>
        <a:off x="5366524" y="1523321"/>
        <a:ext cx="2174490" cy="1304694"/>
      </dsp:txXfrm>
    </dsp:sp>
    <dsp:sp modelId="{3D034FB2-845F-4E44-85DB-E137A41DA27B}">
      <dsp:nvSpPr>
        <dsp:cNvPr id="0" name=""/>
        <dsp:cNvSpPr/>
      </dsp:nvSpPr>
      <dsp:spPr>
        <a:xfrm>
          <a:off x="7758464" y="1523321"/>
          <a:ext cx="2174490" cy="1304694"/>
        </a:xfrm>
        <a:prstGeom prst="rect">
          <a:avLst/>
        </a:prstGeom>
        <a:gradFill rotWithShape="0">
          <a:gsLst>
            <a:gs pos="0">
              <a:schemeClr val="accent5">
                <a:hueOff val="-10633130"/>
                <a:satOff val="-723"/>
                <a:lumOff val="1716"/>
                <a:alphaOff val="0"/>
                <a:satMod val="103000"/>
                <a:lumMod val="102000"/>
                <a:tint val="94000"/>
              </a:schemeClr>
            </a:gs>
            <a:gs pos="50000">
              <a:schemeClr val="accent5">
                <a:hueOff val="-10633130"/>
                <a:satOff val="-723"/>
                <a:lumOff val="1716"/>
                <a:alphaOff val="0"/>
                <a:satMod val="110000"/>
                <a:lumMod val="100000"/>
                <a:shade val="100000"/>
              </a:schemeClr>
            </a:gs>
            <a:gs pos="100000">
              <a:schemeClr val="accent5">
                <a:hueOff val="-10633130"/>
                <a:satOff val="-723"/>
                <a:lumOff val="171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Production </a:t>
          </a:r>
        </a:p>
      </dsp:txBody>
      <dsp:txXfrm>
        <a:off x="7758464" y="1523321"/>
        <a:ext cx="2174490" cy="1304694"/>
      </dsp:txXfrm>
    </dsp:sp>
    <dsp:sp modelId="{EB4B0936-DDA2-9445-848B-0ECD997A0065}">
      <dsp:nvSpPr>
        <dsp:cNvPr id="0" name=""/>
        <dsp:cNvSpPr/>
      </dsp:nvSpPr>
      <dsp:spPr>
        <a:xfrm>
          <a:off x="4170554" y="3045465"/>
          <a:ext cx="2174490" cy="1304694"/>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Submission to Customer + Feedback</a:t>
          </a:r>
        </a:p>
      </dsp:txBody>
      <dsp:txXfrm>
        <a:off x="4170554" y="3045465"/>
        <a:ext cx="2174490" cy="13046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07BC9D-8BDC-B849-8889-B56A994A2A03}">
      <dsp:nvSpPr>
        <dsp:cNvPr id="0" name=""/>
        <dsp:cNvSpPr/>
      </dsp:nvSpPr>
      <dsp:spPr>
        <a:xfrm>
          <a:off x="0" y="0"/>
          <a:ext cx="5778758" cy="1667347"/>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The lead time is defined as the time taken to complete the work on a task from the ticket creation to the delivery to the customer, as the process time focuses on the work itself on the customer request until it’s done.</a:t>
          </a:r>
        </a:p>
      </dsp:txBody>
      <dsp:txXfrm>
        <a:off x="48835" y="48835"/>
        <a:ext cx="4055424" cy="1569677"/>
      </dsp:txXfrm>
    </dsp:sp>
    <dsp:sp modelId="{FC5E7890-C355-A94D-920C-FACAC9339006}">
      <dsp:nvSpPr>
        <dsp:cNvPr id="0" name=""/>
        <dsp:cNvSpPr/>
      </dsp:nvSpPr>
      <dsp:spPr>
        <a:xfrm>
          <a:off x="1019780" y="2037869"/>
          <a:ext cx="5778758" cy="1667347"/>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The lead time reflects exactly the customer experience before he gets to use the product.</a:t>
          </a:r>
        </a:p>
      </dsp:txBody>
      <dsp:txXfrm>
        <a:off x="1068615" y="2086704"/>
        <a:ext cx="3577531" cy="1569677"/>
      </dsp:txXfrm>
    </dsp:sp>
    <dsp:sp modelId="{2D95F4FE-394A-2E41-9C34-0436E716CC5B}">
      <dsp:nvSpPr>
        <dsp:cNvPr id="0" name=""/>
        <dsp:cNvSpPr/>
      </dsp:nvSpPr>
      <dsp:spPr>
        <a:xfrm>
          <a:off x="4694982" y="1310720"/>
          <a:ext cx="1083775" cy="1083775"/>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938831" y="1310720"/>
        <a:ext cx="596077" cy="8155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FEB25B-1054-8A48-8285-C0C2F9796CB4}">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636F6D83-3D58-6E44-8D15-F4FB28550710}">
      <dsp:nvSpPr>
        <dsp:cNvPr id="0" name=""/>
        <dsp:cNvSpPr/>
      </dsp:nvSpPr>
      <dsp:spPr>
        <a:xfrm>
          <a:off x="8061" y="5979"/>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Happen in large and complex organizations and systems are tightly connected.</a:t>
          </a:r>
        </a:p>
      </dsp:txBody>
      <dsp:txXfrm>
        <a:off x="8061" y="5979"/>
        <a:ext cx="3034531" cy="1820718"/>
      </dsp:txXfrm>
    </dsp:sp>
    <dsp:sp modelId="{2CCFEEF5-CC25-1B46-AF2C-7AA173D339CA}">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1610903"/>
              <a:satOff val="-4623"/>
              <a:lumOff val="-74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BD938C89-E09B-534C-9562-BD959A3C92BA}">
      <dsp:nvSpPr>
        <dsp:cNvPr id="0" name=""/>
        <dsp:cNvSpPr/>
      </dsp:nvSpPr>
      <dsp:spPr>
        <a:xfrm>
          <a:off x="3740534" y="5979"/>
          <a:ext cx="3034531" cy="1820718"/>
        </a:xfrm>
        <a:prstGeom prst="rect">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Long delay in test due to manual testing and limited test environment.</a:t>
          </a:r>
        </a:p>
      </dsp:txBody>
      <dsp:txXfrm>
        <a:off x="3740534" y="5979"/>
        <a:ext cx="3034531" cy="1820718"/>
      </dsp:txXfrm>
    </dsp:sp>
    <dsp:sp modelId="{8257BE51-66ED-1947-994B-F0D2B4055239}">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2">
              <a:hueOff val="3221806"/>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607EDCCD-BE9E-E842-8625-207DB8508E3E}">
      <dsp:nvSpPr>
        <dsp:cNvPr id="0" name=""/>
        <dsp:cNvSpPr/>
      </dsp:nvSpPr>
      <dsp:spPr>
        <a:xfrm>
          <a:off x="7473007" y="5979"/>
          <a:ext cx="3034531" cy="1820718"/>
        </a:xfrm>
        <a:prstGeom prst="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a:t>Long approval process</a:t>
          </a:r>
        </a:p>
      </dsp:txBody>
      <dsp:txXfrm>
        <a:off x="7473007" y="5979"/>
        <a:ext cx="3034531" cy="1820718"/>
      </dsp:txXfrm>
    </dsp:sp>
    <dsp:sp modelId="{2FD6F4DB-B3BB-214C-9D89-057FD21DB60B}">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4832709"/>
              <a:satOff val="-13870"/>
              <a:lumOff val="-222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2B553427-51AD-2645-A2B8-A0DB3DBC4E7E}">
      <dsp:nvSpPr>
        <dsp:cNvPr id="0" name=""/>
        <dsp:cNvSpPr/>
      </dsp:nvSpPr>
      <dsp:spPr>
        <a:xfrm>
          <a:off x="8061" y="2524640"/>
          <a:ext cx="3034531" cy="1820718"/>
        </a:xfrm>
        <a:prstGeom prst="rect">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a:t>Slow production schedules</a:t>
          </a:r>
        </a:p>
      </dsp:txBody>
      <dsp:txXfrm>
        <a:off x="8061" y="2524640"/>
        <a:ext cx="3034531" cy="1820718"/>
      </dsp:txXfrm>
    </dsp:sp>
    <dsp:sp modelId="{04BD8D22-6E42-3F4E-A59C-CF40CA66CF0B}">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6443612"/>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E181400B-EECE-DA4E-9910-4C90663B572D}">
      <dsp:nvSpPr>
        <dsp:cNvPr id="0" name=""/>
        <dsp:cNvSpPr/>
      </dsp:nvSpPr>
      <dsp:spPr>
        <a:xfrm>
          <a:off x="3740534" y="2524640"/>
          <a:ext cx="3034531" cy="1820718"/>
        </a:xfrm>
        <a:prstGeom prst="rect">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a:t>Adding changes exposes problems in codes through testing and fixing those can take weeks.</a:t>
          </a:r>
        </a:p>
      </dsp:txBody>
      <dsp:txXfrm>
        <a:off x="3740534" y="2524640"/>
        <a:ext cx="3034531" cy="1820718"/>
      </dsp:txXfrm>
    </dsp:sp>
    <dsp:sp modelId="{E850AC0C-DD87-C54F-A63A-DDA373D8B907}">
      <dsp:nvSpPr>
        <dsp:cNvPr id="0" name=""/>
        <dsp:cNvSpPr/>
      </dsp:nvSpPr>
      <dsp:spPr>
        <a:xfrm>
          <a:off x="7473007" y="2524640"/>
          <a:ext cx="3034531" cy="1820718"/>
        </a:xfrm>
        <a:prstGeom prst="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The ultimate result is a poor experience for the customer</a:t>
          </a:r>
        </a:p>
      </dsp:txBody>
      <dsp:txXfrm>
        <a:off x="7473007" y="2524640"/>
        <a:ext cx="3034531" cy="18207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26164-6215-462D-A7E1-6D510CDD8E4F}">
      <dsp:nvSpPr>
        <dsp:cNvPr id="0" name=""/>
        <dsp:cNvSpPr/>
      </dsp:nvSpPr>
      <dsp:spPr>
        <a:xfrm>
          <a:off x="767882" y="60699"/>
          <a:ext cx="744088" cy="74408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FDF41-1B49-4117-883B-4A13A5BAA1DB}">
      <dsp:nvSpPr>
        <dsp:cNvPr id="0" name=""/>
        <dsp:cNvSpPr/>
      </dsp:nvSpPr>
      <dsp:spPr>
        <a:xfrm>
          <a:off x="924140" y="216958"/>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26602C-086B-4808-9F4F-9A22D12A3C0A}">
      <dsp:nvSpPr>
        <dsp:cNvPr id="0" name=""/>
        <dsp:cNvSpPr/>
      </dsp:nvSpPr>
      <dsp:spPr>
        <a:xfrm>
          <a:off x="1671418" y="60699"/>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The key to a fast process is fast and constant feedback.</a:t>
          </a:r>
        </a:p>
      </dsp:txBody>
      <dsp:txXfrm>
        <a:off x="1671418" y="60699"/>
        <a:ext cx="1753923" cy="744088"/>
      </dsp:txXfrm>
    </dsp:sp>
    <dsp:sp modelId="{304D01E1-E193-4702-AC45-53851CD37AF5}">
      <dsp:nvSpPr>
        <dsp:cNvPr id="0" name=""/>
        <dsp:cNvSpPr/>
      </dsp:nvSpPr>
      <dsp:spPr>
        <a:xfrm>
          <a:off x="3730950" y="60699"/>
          <a:ext cx="744088" cy="74408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E2FE66-F28F-4FCF-8C69-65EEE021B6D9}">
      <dsp:nvSpPr>
        <dsp:cNvPr id="0" name=""/>
        <dsp:cNvSpPr/>
      </dsp:nvSpPr>
      <dsp:spPr>
        <a:xfrm>
          <a:off x="3887208" y="216958"/>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542308-DE1A-404C-96FF-1AF717BE0468}">
      <dsp:nvSpPr>
        <dsp:cNvPr id="0" name=""/>
        <dsp:cNvSpPr/>
      </dsp:nvSpPr>
      <dsp:spPr>
        <a:xfrm>
          <a:off x="4634486" y="60699"/>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Small code changes and checked into version control </a:t>
          </a:r>
        </a:p>
      </dsp:txBody>
      <dsp:txXfrm>
        <a:off x="4634486" y="60699"/>
        <a:ext cx="1753923" cy="744088"/>
      </dsp:txXfrm>
    </dsp:sp>
    <dsp:sp modelId="{C6BC6661-5407-4E35-8E67-23D8CC1DE212}">
      <dsp:nvSpPr>
        <dsp:cNvPr id="0" name=""/>
        <dsp:cNvSpPr/>
      </dsp:nvSpPr>
      <dsp:spPr>
        <a:xfrm>
          <a:off x="6694017" y="60699"/>
          <a:ext cx="744088" cy="74408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2C8AA-0DF1-46CF-BC5E-996DC3BD3C8B}">
      <dsp:nvSpPr>
        <dsp:cNvPr id="0" name=""/>
        <dsp:cNvSpPr/>
      </dsp:nvSpPr>
      <dsp:spPr>
        <a:xfrm>
          <a:off x="6850276" y="216958"/>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7BC587-74CB-4297-91B9-6A447CC3048B}">
      <dsp:nvSpPr>
        <dsp:cNvPr id="0" name=""/>
        <dsp:cNvSpPr/>
      </dsp:nvSpPr>
      <dsp:spPr>
        <a:xfrm>
          <a:off x="7597554" y="60699"/>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Automated and exploratory testing.</a:t>
          </a:r>
        </a:p>
      </dsp:txBody>
      <dsp:txXfrm>
        <a:off x="7597554" y="60699"/>
        <a:ext cx="1753923" cy="744088"/>
      </dsp:txXfrm>
    </dsp:sp>
    <dsp:sp modelId="{A5F8A23F-3A15-4B7C-A572-312A12BA931E}">
      <dsp:nvSpPr>
        <dsp:cNvPr id="0" name=""/>
        <dsp:cNvSpPr/>
      </dsp:nvSpPr>
      <dsp:spPr>
        <a:xfrm>
          <a:off x="767882" y="1411035"/>
          <a:ext cx="744088" cy="74408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5B000B-82DD-4FC0-8576-9676FB9B0F69}">
      <dsp:nvSpPr>
        <dsp:cNvPr id="0" name=""/>
        <dsp:cNvSpPr/>
      </dsp:nvSpPr>
      <dsp:spPr>
        <a:xfrm>
          <a:off x="924140" y="1567294"/>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BBDA1E-2157-457D-80F4-B94CB5D4B61E}">
      <dsp:nvSpPr>
        <dsp:cNvPr id="0" name=""/>
        <dsp:cNvSpPr/>
      </dsp:nvSpPr>
      <dsp:spPr>
        <a:xfrm>
          <a:off x="1671418" y="1411035"/>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Code deployed into production.</a:t>
          </a:r>
        </a:p>
      </dsp:txBody>
      <dsp:txXfrm>
        <a:off x="1671418" y="1411035"/>
        <a:ext cx="1753923" cy="744088"/>
      </dsp:txXfrm>
    </dsp:sp>
    <dsp:sp modelId="{43B851F4-85BB-42A6-AC29-6C88C2273EEB}">
      <dsp:nvSpPr>
        <dsp:cNvPr id="0" name=""/>
        <dsp:cNvSpPr/>
      </dsp:nvSpPr>
      <dsp:spPr>
        <a:xfrm>
          <a:off x="3730950" y="1411035"/>
          <a:ext cx="744088" cy="74408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15941E-A250-49EB-B566-C57736F7EC21}">
      <dsp:nvSpPr>
        <dsp:cNvPr id="0" name=""/>
        <dsp:cNvSpPr/>
      </dsp:nvSpPr>
      <dsp:spPr>
        <a:xfrm>
          <a:off x="3887208" y="1567294"/>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6F8E25-DCF1-42AA-936D-E3197D431117}">
      <dsp:nvSpPr>
        <dsp:cNvPr id="0" name=""/>
        <dsp:cNvSpPr/>
      </dsp:nvSpPr>
      <dsp:spPr>
        <a:xfrm>
          <a:off x="4634486" y="1411035"/>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Problems are quickly detected and fixed.</a:t>
          </a:r>
        </a:p>
      </dsp:txBody>
      <dsp:txXfrm>
        <a:off x="4634486" y="1411035"/>
        <a:ext cx="1753923" cy="744088"/>
      </dsp:txXfrm>
    </dsp:sp>
    <dsp:sp modelId="{8E0A04E8-33F7-425E-9963-89086B557A33}">
      <dsp:nvSpPr>
        <dsp:cNvPr id="0" name=""/>
        <dsp:cNvSpPr/>
      </dsp:nvSpPr>
      <dsp:spPr>
        <a:xfrm>
          <a:off x="6694017" y="1411035"/>
          <a:ext cx="744088" cy="74408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2BA4AE-018B-4575-8704-98CC1BE03D45}">
      <dsp:nvSpPr>
        <dsp:cNvPr id="0" name=""/>
        <dsp:cNvSpPr/>
      </dsp:nvSpPr>
      <dsp:spPr>
        <a:xfrm>
          <a:off x="6850276" y="1567294"/>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7D6118-9125-4F78-80C1-C945AB1E1B46}">
      <dsp:nvSpPr>
        <dsp:cNvPr id="0" name=""/>
        <dsp:cNvSpPr/>
      </dsp:nvSpPr>
      <dsp:spPr>
        <a:xfrm>
          <a:off x="7597554" y="1411035"/>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A modular architecture helps teams work independently </a:t>
          </a:r>
        </a:p>
      </dsp:txBody>
      <dsp:txXfrm>
        <a:off x="7597554" y="1411035"/>
        <a:ext cx="1753923" cy="744088"/>
      </dsp:txXfrm>
    </dsp:sp>
    <dsp:sp modelId="{CE2260FA-C21A-4393-92BB-3EECFB477168}">
      <dsp:nvSpPr>
        <dsp:cNvPr id="0" name=""/>
        <dsp:cNvSpPr/>
      </dsp:nvSpPr>
      <dsp:spPr>
        <a:xfrm>
          <a:off x="767882" y="2761371"/>
          <a:ext cx="744088" cy="74408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BD0874-BC91-45A0-A102-C3A75EEA6061}">
      <dsp:nvSpPr>
        <dsp:cNvPr id="0" name=""/>
        <dsp:cNvSpPr/>
      </dsp:nvSpPr>
      <dsp:spPr>
        <a:xfrm>
          <a:off x="924140" y="2917630"/>
          <a:ext cx="431571" cy="4315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8DDB2D-BFDF-47FB-946B-2044617C9042}">
      <dsp:nvSpPr>
        <dsp:cNvPr id="0" name=""/>
        <dsp:cNvSpPr/>
      </dsp:nvSpPr>
      <dsp:spPr>
        <a:xfrm>
          <a:off x="1671418" y="2761371"/>
          <a:ext cx="1753923" cy="744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dirty="0"/>
            <a:t>The deployment lead time is measured in min or hours.</a:t>
          </a:r>
        </a:p>
      </dsp:txBody>
      <dsp:txXfrm>
        <a:off x="1671418" y="2761371"/>
        <a:ext cx="1753923" cy="74408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AE26A4-5066-5347-B27F-167B7C06AC84}" type="datetimeFigureOut">
              <a:rPr lang="en-US" smtClean="0"/>
              <a:t>6/6/26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46A6B-F551-A642-8CF0-E3EF1FB3A0C2}" type="slidenum">
              <a:rPr lang="en-US" smtClean="0"/>
              <a:t>‹#›</a:t>
            </a:fld>
            <a:endParaRPr lang="en-US"/>
          </a:p>
        </p:txBody>
      </p:sp>
    </p:spTree>
    <p:extLst>
      <p:ext uri="{BB962C8B-B14F-4D97-AF65-F5344CB8AC3E}">
        <p14:creationId xmlns:p14="http://schemas.microsoft.com/office/powerpoint/2010/main" val="1367733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546A6B-F551-A642-8CF0-E3EF1FB3A0C2}" type="slidenum">
              <a:rPr lang="en-US" smtClean="0"/>
              <a:t>2</a:t>
            </a:fld>
            <a:endParaRPr lang="en-US"/>
          </a:p>
        </p:txBody>
      </p:sp>
    </p:spTree>
    <p:extLst>
      <p:ext uri="{BB962C8B-B14F-4D97-AF65-F5344CB8AC3E}">
        <p14:creationId xmlns:p14="http://schemas.microsoft.com/office/powerpoint/2010/main" val="3208627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B71CC-4521-D2F4-BF82-CDE948488A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BBA22-823C-603E-9B24-157371FD6C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6044D7-9490-8AE7-D69B-798899E500BF}"/>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37620E3A-8680-947A-6B07-8DD9E33A86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9E5E5-A9E6-740D-AD87-8DD4BDEAABB8}"/>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70638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7F4D-CD32-CB94-B4BA-DD1DFE3B84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BDB69-49A1-94C0-AD94-A62BA906F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E04A2-283E-1A01-C166-A04A7EAC9B80}"/>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2E704C34-964E-F69A-1D28-69F70CCF0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B7497-ECC8-D68B-269B-EE34F20C892D}"/>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224662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688C-8D25-CC8A-0DB5-EF1B619562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BB966C-630E-AC80-FBC3-4D6B7801E2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AD6245-2533-5E7C-1229-AAE40E033831}"/>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F7D90A05-E3BA-916D-2558-1DB2DF1A41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037136-725F-6D6D-68EC-D9712039590D}"/>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359144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4B66-8BFD-B4DC-5A36-5321FBBF60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A8FAA2-655D-9FFF-4C43-132F91253C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309F4A-ECBF-491E-7F36-1CB92E0244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1E4EA7-AC81-E0A4-BD57-B4C6137BE5A9}"/>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6" name="Footer Placeholder 5">
            <a:extLst>
              <a:ext uri="{FF2B5EF4-FFF2-40B4-BE49-F238E27FC236}">
                <a16:creationId xmlns:a16="http://schemas.microsoft.com/office/drawing/2014/main" id="{8D9AF483-2866-021E-4B68-BAA6EA7CA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031D7D-FFFE-8F59-B9BA-8AAF9E322295}"/>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3837614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E8FA-B612-F6C0-37DC-6ACAC0A06E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EF416D-583C-74EE-7953-C933840A2A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D18853-0484-3561-BBD5-314AF14B51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FDB09E-DF00-7614-BC1F-494875A661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1580D1-F1C8-105F-7504-77D26F5D5C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DF3F17-C54F-4094-4A66-1719A22CB388}"/>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8" name="Footer Placeholder 7">
            <a:extLst>
              <a:ext uri="{FF2B5EF4-FFF2-40B4-BE49-F238E27FC236}">
                <a16:creationId xmlns:a16="http://schemas.microsoft.com/office/drawing/2014/main" id="{C49249D4-FF0E-FC64-883C-AB71FA1A25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BAE525-0474-8589-D531-D63C2CDF8A35}"/>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1891085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1206-005E-01CD-FC5C-FD5D6A908B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2A023B-387D-B3E4-870E-F3B5DC9322BD}"/>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4" name="Footer Placeholder 3">
            <a:extLst>
              <a:ext uri="{FF2B5EF4-FFF2-40B4-BE49-F238E27FC236}">
                <a16:creationId xmlns:a16="http://schemas.microsoft.com/office/drawing/2014/main" id="{59C18ABB-94A5-12A6-857C-53A3EF79DF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579463-0127-4443-D091-1049A1672201}"/>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3295225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668A66-1198-F163-DD7B-CBBD74BDBA5F}"/>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3" name="Footer Placeholder 2">
            <a:extLst>
              <a:ext uri="{FF2B5EF4-FFF2-40B4-BE49-F238E27FC236}">
                <a16:creationId xmlns:a16="http://schemas.microsoft.com/office/drawing/2014/main" id="{FD52A815-F14A-5FEA-B763-7D18AF83AD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239C15-2ED9-8C0D-7D54-3AEE24C61031}"/>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1798905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D7027-52BC-A5C1-6595-8E77C29EB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F587EC-64E3-5882-07B3-1C1D62560B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A55C49-546C-D637-5957-E023CA80B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0C245E-7843-DC40-1C90-2CA7DC9BDE20}"/>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6" name="Footer Placeholder 5">
            <a:extLst>
              <a:ext uri="{FF2B5EF4-FFF2-40B4-BE49-F238E27FC236}">
                <a16:creationId xmlns:a16="http://schemas.microsoft.com/office/drawing/2014/main" id="{32617182-9893-7D6D-0008-EAC45B01F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4B9415-DADB-2A61-8DF0-55ECC2F3A3BA}"/>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213832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137E-91D0-FA3D-4380-BEF15359E2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B1ADEE-57DE-3DF2-84FF-87A919247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51D909-A7BF-6662-CDEE-5C9BBB4564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C46FA1-3FA2-4B02-9E86-B2BB7D499F65}"/>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6" name="Footer Placeholder 5">
            <a:extLst>
              <a:ext uri="{FF2B5EF4-FFF2-40B4-BE49-F238E27FC236}">
                <a16:creationId xmlns:a16="http://schemas.microsoft.com/office/drawing/2014/main" id="{246DD894-94AB-7BB7-6B5E-9686EDC2F1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B0D3E5-1562-5763-DD5D-6C7EC055AC75}"/>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386314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BF58-2C97-CA5A-782A-FBAB59B3C5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E7095C-F3E9-F5A0-634F-889DB9331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5CD2A-89CB-5DA9-6589-A82B4D587F1F}"/>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28861763-E2C8-0BA9-63AC-187BD3396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6B726-C25E-437E-BE52-B4AC970E6B57}"/>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219212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22E77-AE89-DD39-7BD5-449F8A8946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121973-EBC4-047F-C6C6-9BF9FBBD3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E0C54B-5916-26BC-237A-0DFFBFD279D4}"/>
              </a:ext>
            </a:extLst>
          </p:cNvPr>
          <p:cNvSpPr>
            <a:spLocks noGrp="1"/>
          </p:cNvSpPr>
          <p:nvPr>
            <p:ph type="dt" sz="half" idx="10"/>
          </p:nvPr>
        </p:nvSpPr>
        <p:spPr/>
        <p:txBody>
          <a:body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ABBF62D2-E5D8-1641-DCE0-8A4398D83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D92100-494E-2584-01CE-005D0D64A287}"/>
              </a:ext>
            </a:extLst>
          </p:cNvPr>
          <p:cNvSpPr>
            <a:spLocks noGrp="1"/>
          </p:cNvSpPr>
          <p:nvPr>
            <p:ph type="sldNum" sz="quarter" idx="12"/>
          </p:nvPr>
        </p:nvSpPr>
        <p:spPr/>
        <p:txBody>
          <a:bodyPr/>
          <a:lstStyle/>
          <a:p>
            <a:fld id="{730CC5BB-FD87-A34C-8AB4-F743CC66DFFD}" type="slidenum">
              <a:rPr lang="en-US" smtClean="0"/>
              <a:t>‹#›</a:t>
            </a:fld>
            <a:endParaRPr lang="en-US"/>
          </a:p>
        </p:txBody>
      </p:sp>
    </p:spTree>
    <p:extLst>
      <p:ext uri="{BB962C8B-B14F-4D97-AF65-F5344CB8AC3E}">
        <p14:creationId xmlns:p14="http://schemas.microsoft.com/office/powerpoint/2010/main" val="89767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2F1A78-96D7-8599-9403-9BA09E29C2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52F7C59-3EE0-035D-A18F-152FA280B0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B5791B-0677-F477-9CEA-40FBC524E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9621DE-63F3-4443-9ABB-CC186073F33A}" type="datetimeFigureOut">
              <a:rPr lang="en-US" smtClean="0"/>
              <a:t>6/6/26</a:t>
            </a:fld>
            <a:endParaRPr lang="en-US"/>
          </a:p>
        </p:txBody>
      </p:sp>
      <p:sp>
        <p:nvSpPr>
          <p:cNvPr id="5" name="Footer Placeholder 4">
            <a:extLst>
              <a:ext uri="{FF2B5EF4-FFF2-40B4-BE49-F238E27FC236}">
                <a16:creationId xmlns:a16="http://schemas.microsoft.com/office/drawing/2014/main" id="{07318803-E651-5CD9-1DBC-1724B9853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376021-F0B2-9C55-9E3B-D41B3DD0E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0CC5BB-FD87-A34C-8AB4-F743CC66DFFD}" type="slidenum">
              <a:rPr lang="en-US" smtClean="0"/>
              <a:t>‹#›</a:t>
            </a:fld>
            <a:endParaRPr lang="en-US"/>
          </a:p>
        </p:txBody>
      </p:sp>
    </p:spTree>
    <p:extLst>
      <p:ext uri="{BB962C8B-B14F-4D97-AF65-F5344CB8AC3E}">
        <p14:creationId xmlns:p14="http://schemas.microsoft.com/office/powerpoint/2010/main" val="152746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pple Symbols" panose="02000000000000000000" pitchFamily="2" charset="-79"/>
          <a:ea typeface="Apple Symbols" panose="02000000000000000000" pitchFamily="2" charset="-79"/>
          <a:cs typeface="Apple Symbols" panose="02000000000000000000"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xml"/><Relationship Id="rId16" Type="http://schemas.openxmlformats.org/officeDocument/2006/relationships/diagramColors" Target="../diagrams/colors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Glowing circuit board">
            <a:extLst>
              <a:ext uri="{FF2B5EF4-FFF2-40B4-BE49-F238E27FC236}">
                <a16:creationId xmlns:a16="http://schemas.microsoft.com/office/drawing/2014/main" id="{20692116-E904-35EA-2E50-1B3B5CD13C6D}"/>
              </a:ext>
            </a:extLst>
          </p:cNvPr>
          <p:cNvPicPr>
            <a:picLocks noChangeAspect="1"/>
          </p:cNvPicPr>
          <p:nvPr/>
        </p:nvPicPr>
        <p:blipFill>
          <a:blip r:embed="rId2"/>
          <a:srcRect l="27879" r="4966" b="-1"/>
          <a:stretch>
            <a:fillRect/>
          </a:stretch>
        </p:blipFill>
        <p:spPr>
          <a:xfrm>
            <a:off x="0" y="0"/>
            <a:ext cx="6926310" cy="6884632"/>
          </a:xfrm>
          <a:prstGeom prst="rect">
            <a:avLst/>
          </a:prstGeom>
        </p:spPr>
      </p:pic>
      <p:sp useBgFill="1">
        <p:nvSpPr>
          <p:cNvPr id="11" name="Rectangle 10">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83334" y="1474755"/>
            <a:ext cx="3943552" cy="3927961"/>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5111F-38D3-F698-01BD-FD32990581A1}"/>
              </a:ext>
            </a:extLst>
          </p:cNvPr>
          <p:cNvSpPr>
            <a:spLocks noGrp="1"/>
          </p:cNvSpPr>
          <p:nvPr>
            <p:ph type="ctrTitle"/>
          </p:nvPr>
        </p:nvSpPr>
        <p:spPr>
          <a:xfrm>
            <a:off x="1954585" y="2805847"/>
            <a:ext cx="3171312" cy="1219684"/>
          </a:xfrm>
        </p:spPr>
        <p:txBody>
          <a:bodyPr vert="horz" lIns="91440" tIns="45720" rIns="91440" bIns="45720" rtlCol="0" anchor="t">
            <a:normAutofit/>
          </a:bodyPr>
          <a:lstStyle/>
          <a:p>
            <a:pPr algn="l"/>
            <a:r>
              <a:rPr lang="en-US" sz="3200" b="1" kern="1200" dirty="0">
                <a:solidFill>
                  <a:schemeClr val="tx1"/>
                </a:solidFill>
                <a:latin typeface="+mj-lt"/>
                <a:ea typeface="+mj-ea"/>
                <a:cs typeface="+mj-cs"/>
              </a:rPr>
              <a:t>The Technology Value Stream</a:t>
            </a:r>
            <a:endParaRPr lang="en-US" sz="32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68746AA4-5722-F020-466F-AB9BB2D41EAD}"/>
              </a:ext>
            </a:extLst>
          </p:cNvPr>
          <p:cNvSpPr>
            <a:spLocks noGrp="1"/>
          </p:cNvSpPr>
          <p:nvPr>
            <p:ph type="subTitle" idx="1"/>
          </p:nvPr>
        </p:nvSpPr>
        <p:spPr>
          <a:xfrm>
            <a:off x="7146372" y="189863"/>
            <a:ext cx="3171312" cy="927420"/>
          </a:xfrm>
        </p:spPr>
        <p:txBody>
          <a:bodyPr vert="horz" lIns="91440" tIns="45720" rIns="91440" bIns="45720" rtlCol="0" anchor="ctr">
            <a:normAutofit/>
          </a:bodyPr>
          <a:lstStyle/>
          <a:p>
            <a:pPr algn="l"/>
            <a:r>
              <a:rPr lang="en-US" sz="1400" kern="1200" dirty="0">
                <a:solidFill>
                  <a:schemeClr val="tx1"/>
                </a:solidFill>
                <a:latin typeface="+mn-lt"/>
                <a:ea typeface="+mn-ea"/>
                <a:cs typeface="+mn-cs"/>
              </a:rPr>
              <a:t>Patrice Moracchini</a:t>
            </a:r>
          </a:p>
          <a:p>
            <a:pPr algn="l"/>
            <a:r>
              <a:rPr lang="en-US" sz="1400" kern="1200" dirty="0">
                <a:solidFill>
                  <a:schemeClr val="tx1"/>
                </a:solidFill>
                <a:latin typeface="+mn-lt"/>
                <a:ea typeface="+mn-ea"/>
                <a:cs typeface="+mn-cs"/>
              </a:rPr>
              <a:t>CSD380-308A</a:t>
            </a:r>
          </a:p>
          <a:p>
            <a:pPr algn="l"/>
            <a:r>
              <a:rPr lang="en-US" sz="1400" kern="1200" dirty="0">
                <a:solidFill>
                  <a:schemeClr val="tx1"/>
                </a:solidFill>
                <a:latin typeface="+mn-lt"/>
                <a:ea typeface="+mn-ea"/>
                <a:cs typeface="+mn-cs"/>
              </a:rPr>
              <a:t>June 6</a:t>
            </a:r>
            <a:r>
              <a:rPr lang="en-US" sz="1400" kern="1200" baseline="30000" dirty="0">
                <a:solidFill>
                  <a:schemeClr val="tx1"/>
                </a:solidFill>
                <a:latin typeface="+mn-lt"/>
                <a:ea typeface="+mn-ea"/>
                <a:cs typeface="+mn-cs"/>
              </a:rPr>
              <a:t>th</a:t>
            </a:r>
            <a:r>
              <a:rPr lang="en-US" sz="1400" kern="1200" dirty="0">
                <a:solidFill>
                  <a:schemeClr val="tx1"/>
                </a:solidFill>
                <a:latin typeface="+mn-lt"/>
                <a:ea typeface="+mn-ea"/>
                <a:cs typeface="+mn-cs"/>
              </a:rPr>
              <a:t>, 2026</a:t>
            </a:r>
          </a:p>
        </p:txBody>
      </p:sp>
      <p:cxnSp>
        <p:nvCxnSpPr>
          <p:cNvPr id="13" name="Straight Connector 12">
            <a:extLst>
              <a:ext uri="{FF2B5EF4-FFF2-40B4-BE49-F238E27FC236}">
                <a16:creationId xmlns:a16="http://schemas.microsoft.com/office/drawing/2014/main" id="{8748256A-88AC-4254-406B-0E8EE2CC2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54585" y="1940933"/>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D3FC51D-59F6-8412-51B4-136AFE8C999B}"/>
              </a:ext>
            </a:extLst>
          </p:cNvPr>
          <p:cNvSpPr txBox="1"/>
          <p:nvPr/>
        </p:nvSpPr>
        <p:spPr>
          <a:xfrm>
            <a:off x="7146372" y="5944862"/>
            <a:ext cx="1351780" cy="723275"/>
          </a:xfrm>
          <a:prstGeom prst="rect">
            <a:avLst/>
          </a:prstGeom>
          <a:noFill/>
        </p:spPr>
        <p:txBody>
          <a:bodyPr wrap="none" rtlCol="0">
            <a:spAutoFit/>
          </a:bodyPr>
          <a:lstStyle/>
          <a:p>
            <a:pPr>
              <a:spcAft>
                <a:spcPts val="600"/>
              </a:spcAft>
            </a:pPr>
            <a:r>
              <a:rPr lang="en-US" dirty="0">
                <a:latin typeface="+mj-lt"/>
              </a:rPr>
              <a:t>Pr. Sampson</a:t>
            </a:r>
          </a:p>
          <a:p>
            <a:pPr>
              <a:spcAft>
                <a:spcPts val="600"/>
              </a:spcAft>
            </a:pPr>
            <a:r>
              <a:rPr lang="en-US" dirty="0">
                <a:latin typeface="+mj-lt"/>
              </a:rPr>
              <a:t>Module 1.2</a:t>
            </a:r>
          </a:p>
        </p:txBody>
      </p:sp>
    </p:spTree>
    <p:extLst>
      <p:ext uri="{BB962C8B-B14F-4D97-AF65-F5344CB8AC3E}">
        <p14:creationId xmlns:p14="http://schemas.microsoft.com/office/powerpoint/2010/main" val="1720278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2D0245-2F3D-5910-926A-CC86FA67552C}"/>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Value Stream: Origins and Definition</a:t>
            </a:r>
          </a:p>
        </p:txBody>
      </p:sp>
      <p:graphicFrame>
        <p:nvGraphicFramePr>
          <p:cNvPr id="5" name="Content Placeholder 2">
            <a:extLst>
              <a:ext uri="{FF2B5EF4-FFF2-40B4-BE49-F238E27FC236}">
                <a16:creationId xmlns:a16="http://schemas.microsoft.com/office/drawing/2014/main" id="{B374C96E-9139-0340-220A-F736EB2E7CEB}"/>
              </a:ext>
            </a:extLst>
          </p:cNvPr>
          <p:cNvGraphicFramePr>
            <a:graphicFrameLocks noGrp="1"/>
          </p:cNvGraphicFramePr>
          <p:nvPr>
            <p:ph idx="1"/>
            <p:extLst>
              <p:ext uri="{D42A27DB-BD31-4B8C-83A1-F6EECF244321}">
                <p14:modId xmlns:p14="http://schemas.microsoft.com/office/powerpoint/2010/main" val="267035651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2">
            <a:extLst>
              <a:ext uri="{FF2B5EF4-FFF2-40B4-BE49-F238E27FC236}">
                <a16:creationId xmlns:a16="http://schemas.microsoft.com/office/drawing/2014/main" id="{65878A93-C31B-E4B2-E6B0-275ACBD21035}"/>
              </a:ext>
            </a:extLst>
          </p:cNvPr>
          <p:cNvGraphicFramePr>
            <a:graphicFrameLocks/>
          </p:cNvGraphicFramePr>
          <p:nvPr>
            <p:extLst>
              <p:ext uri="{D42A27DB-BD31-4B8C-83A1-F6EECF244321}">
                <p14:modId xmlns:p14="http://schemas.microsoft.com/office/powerpoint/2010/main" val="4105573507"/>
              </p:ext>
            </p:extLst>
          </p:nvPr>
        </p:nvGraphicFramePr>
        <p:xfrm>
          <a:off x="4938689" y="702040"/>
          <a:ext cx="6666833" cy="54539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Content Placeholder 2">
            <a:extLst>
              <a:ext uri="{FF2B5EF4-FFF2-40B4-BE49-F238E27FC236}">
                <a16:creationId xmlns:a16="http://schemas.microsoft.com/office/drawing/2014/main" id="{F953FF7A-CF8F-264F-A0A4-F74670F6D391}"/>
              </a:ext>
            </a:extLst>
          </p:cNvPr>
          <p:cNvGraphicFramePr>
            <a:graphicFrameLocks/>
          </p:cNvGraphicFramePr>
          <p:nvPr>
            <p:extLst>
              <p:ext uri="{D42A27DB-BD31-4B8C-83A1-F6EECF244321}">
                <p14:modId xmlns:p14="http://schemas.microsoft.com/office/powerpoint/2010/main" val="1622340559"/>
              </p:ext>
            </p:extLst>
          </p:nvPr>
        </p:nvGraphicFramePr>
        <p:xfrm>
          <a:off x="4938689" y="463976"/>
          <a:ext cx="6666833" cy="545392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63364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C490F5-D4CE-4282-8764-DF14470BF1AA}"/>
              </a:ext>
            </a:extLst>
          </p:cNvPr>
          <p:cNvSpPr>
            <a:spLocks noGrp="1"/>
          </p:cNvSpPr>
          <p:nvPr>
            <p:ph type="title"/>
          </p:nvPr>
        </p:nvSpPr>
        <p:spPr>
          <a:xfrm>
            <a:off x="838200" y="365125"/>
            <a:ext cx="10515600" cy="1325563"/>
          </a:xfrm>
        </p:spPr>
        <p:txBody>
          <a:bodyPr>
            <a:normAutofit/>
          </a:bodyPr>
          <a:lstStyle/>
          <a:p>
            <a:r>
              <a:rPr lang="en-US" sz="5400"/>
              <a:t>DevOps and Value stream</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2506E5E-86D6-6DA4-686C-EB8AF3FB1015}"/>
              </a:ext>
            </a:extLst>
          </p:cNvPr>
          <p:cNvGraphicFramePr>
            <a:graphicFrameLocks noGrp="1"/>
          </p:cNvGraphicFramePr>
          <p:nvPr>
            <p:ph idx="1"/>
            <p:extLst>
              <p:ext uri="{D42A27DB-BD31-4B8C-83A1-F6EECF244321}">
                <p14:modId xmlns:p14="http://schemas.microsoft.com/office/powerpoint/2010/main" val="1131228702"/>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8613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B43BB26-CDDB-97F5-9C78-03DCE1328011}"/>
              </a:ext>
            </a:extLst>
          </p:cNvPr>
          <p:cNvPicPr>
            <a:picLocks noChangeAspect="1"/>
          </p:cNvPicPr>
          <p:nvPr/>
        </p:nvPicPr>
        <p:blipFill>
          <a:blip r:embed="rId2">
            <a:alphaModFix amt="35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91AFBC-20EF-0645-9770-8B54F52F89D1}"/>
              </a:ext>
            </a:extLst>
          </p:cNvPr>
          <p:cNvSpPr>
            <a:spLocks noGrp="1"/>
          </p:cNvSpPr>
          <p:nvPr>
            <p:ph type="title"/>
          </p:nvPr>
        </p:nvSpPr>
        <p:spPr>
          <a:xfrm>
            <a:off x="838200" y="365125"/>
            <a:ext cx="10515600" cy="1325563"/>
          </a:xfrm>
        </p:spPr>
        <p:txBody>
          <a:bodyPr>
            <a:normAutofit/>
          </a:bodyPr>
          <a:lstStyle/>
          <a:p>
            <a:r>
              <a:rPr lang="en-US">
                <a:solidFill>
                  <a:srgbClr val="FFFFFF"/>
                </a:solidFill>
              </a:rPr>
              <a:t>Technology Value Stream Flow</a:t>
            </a:r>
          </a:p>
        </p:txBody>
      </p:sp>
      <p:graphicFrame>
        <p:nvGraphicFramePr>
          <p:cNvPr id="4" name="Content Placeholder 3">
            <a:extLst>
              <a:ext uri="{FF2B5EF4-FFF2-40B4-BE49-F238E27FC236}">
                <a16:creationId xmlns:a16="http://schemas.microsoft.com/office/drawing/2014/main" id="{C5E4F886-64EE-86C1-8BCB-F3300A97BB73}"/>
              </a:ext>
            </a:extLst>
          </p:cNvPr>
          <p:cNvGraphicFramePr>
            <a:graphicFrameLocks noGrp="1"/>
          </p:cNvGraphicFramePr>
          <p:nvPr>
            <p:ph idx="1"/>
            <p:extLst>
              <p:ext uri="{D42A27DB-BD31-4B8C-83A1-F6EECF244321}">
                <p14:modId xmlns:p14="http://schemas.microsoft.com/office/powerpoint/2010/main" val="34619599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856737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4E6148-10F7-ECA9-A15E-4B5E6B26E319}"/>
              </a:ext>
            </a:extLst>
          </p:cNvPr>
          <p:cNvSpPr>
            <a:spLocks noGrp="1"/>
          </p:cNvSpPr>
          <p:nvPr>
            <p:ph type="title"/>
          </p:nvPr>
        </p:nvSpPr>
        <p:spPr>
          <a:xfrm>
            <a:off x="4553733" y="548464"/>
            <a:ext cx="6798541" cy="1675623"/>
          </a:xfrm>
        </p:spPr>
        <p:txBody>
          <a:bodyPr anchor="b">
            <a:normAutofit/>
          </a:bodyPr>
          <a:lstStyle/>
          <a:p>
            <a:r>
              <a:rPr lang="en-US" sz="4000"/>
              <a:t>Lead Time vs. Processing Time</a:t>
            </a:r>
          </a:p>
        </p:txBody>
      </p:sp>
      <p:pic>
        <p:nvPicPr>
          <p:cNvPr id="6" name="Picture 5">
            <a:extLst>
              <a:ext uri="{FF2B5EF4-FFF2-40B4-BE49-F238E27FC236}">
                <a16:creationId xmlns:a16="http://schemas.microsoft.com/office/drawing/2014/main" id="{D2FF10C2-A284-09C5-27EB-ADE7C0C199D4}"/>
              </a:ext>
            </a:extLst>
          </p:cNvPr>
          <p:cNvPicPr>
            <a:picLocks noChangeAspect="1"/>
          </p:cNvPicPr>
          <p:nvPr/>
        </p:nvPicPr>
        <p:blipFill>
          <a:blip r:embed="rId2"/>
          <a:srcRect l="22094" r="38438" b="-1"/>
          <a:stretch>
            <a:fillRect/>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9A6B19BB-0CFF-AF37-C98E-639E70F35DF0}"/>
              </a:ext>
            </a:extLst>
          </p:cNvPr>
          <p:cNvGraphicFramePr>
            <a:graphicFrameLocks noGrp="1"/>
          </p:cNvGraphicFramePr>
          <p:nvPr>
            <p:ph idx="1"/>
            <p:extLst>
              <p:ext uri="{D42A27DB-BD31-4B8C-83A1-F6EECF244321}">
                <p14:modId xmlns:p14="http://schemas.microsoft.com/office/powerpoint/2010/main" val="1622672540"/>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9234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95D5A2-3679-8346-430E-1BD5FAF7C2AE}"/>
              </a:ext>
            </a:extLst>
          </p:cNvPr>
          <p:cNvPicPr>
            <a:picLocks noChangeAspect="1"/>
          </p:cNvPicPr>
          <p:nvPr/>
        </p:nvPicPr>
        <p:blipFill>
          <a:blip r:embed="rId2">
            <a:duotone>
              <a:schemeClr val="bg2">
                <a:shade val="45000"/>
                <a:satMod val="135000"/>
              </a:schemeClr>
              <a:prstClr val="white"/>
            </a:duotone>
          </a:blip>
          <a:srcRect t="15279" b="45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E1B9E-25FB-B695-93A1-17B535F4F8C9}"/>
              </a:ext>
            </a:extLst>
          </p:cNvPr>
          <p:cNvSpPr>
            <a:spLocks noGrp="1"/>
          </p:cNvSpPr>
          <p:nvPr>
            <p:ph type="title"/>
          </p:nvPr>
        </p:nvSpPr>
        <p:spPr>
          <a:xfrm>
            <a:off x="838200" y="365125"/>
            <a:ext cx="10515600" cy="1325563"/>
          </a:xfrm>
        </p:spPr>
        <p:txBody>
          <a:bodyPr>
            <a:normAutofit/>
          </a:bodyPr>
          <a:lstStyle/>
          <a:p>
            <a:r>
              <a:rPr lang="en-US" dirty="0"/>
              <a:t>The Common Scenario: Deployment Lead Times Requiring Month</a:t>
            </a:r>
          </a:p>
        </p:txBody>
      </p:sp>
      <p:graphicFrame>
        <p:nvGraphicFramePr>
          <p:cNvPr id="5" name="Content Placeholder 2">
            <a:extLst>
              <a:ext uri="{FF2B5EF4-FFF2-40B4-BE49-F238E27FC236}">
                <a16:creationId xmlns:a16="http://schemas.microsoft.com/office/drawing/2014/main" id="{6AC3F7B8-DB6D-21E7-3CBA-90A16948621B}"/>
              </a:ext>
            </a:extLst>
          </p:cNvPr>
          <p:cNvGraphicFramePr>
            <a:graphicFrameLocks noGrp="1"/>
          </p:cNvGraphicFramePr>
          <p:nvPr>
            <p:ph idx="1"/>
            <p:extLst>
              <p:ext uri="{D42A27DB-BD31-4B8C-83A1-F6EECF244321}">
                <p14:modId xmlns:p14="http://schemas.microsoft.com/office/powerpoint/2010/main" val="39036657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6448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635E4E4F-E690-A039-6C86-E18E449BEA59}"/>
              </a:ext>
            </a:extLst>
          </p:cNvPr>
          <p:cNvSpPr>
            <a:spLocks noGrp="1"/>
          </p:cNvSpPr>
          <p:nvPr>
            <p:ph type="title"/>
          </p:nvPr>
        </p:nvSpPr>
        <p:spPr>
          <a:xfrm>
            <a:off x="804672" y="457200"/>
            <a:ext cx="10579608" cy="1188720"/>
          </a:xfrm>
        </p:spPr>
        <p:txBody>
          <a:bodyPr>
            <a:normAutofit/>
          </a:bodyPr>
          <a:lstStyle/>
          <a:p>
            <a:r>
              <a:rPr lang="en-US" sz="4000">
                <a:solidFill>
                  <a:schemeClr val="tx2"/>
                </a:solidFill>
              </a:rPr>
              <a:t>Our DevOps Ideal: Deployment Lead Times of Minutes</a:t>
            </a:r>
          </a:p>
        </p:txBody>
      </p:sp>
      <p:grpSp>
        <p:nvGrpSpPr>
          <p:cNvPr id="13" name="Group 12">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4" name="Freeform: Shape 13">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0" name="Freeform: Shape 19">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1A3FD13C-4C04-FF5C-3F88-4D010A9C61A3}"/>
              </a:ext>
            </a:extLst>
          </p:cNvPr>
          <p:cNvGraphicFramePr>
            <a:graphicFrameLocks noGrp="1"/>
          </p:cNvGraphicFramePr>
          <p:nvPr>
            <p:ph idx="1"/>
            <p:extLst>
              <p:ext uri="{D42A27DB-BD31-4B8C-83A1-F6EECF244321}">
                <p14:modId xmlns:p14="http://schemas.microsoft.com/office/powerpoint/2010/main" val="3207781095"/>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154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2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66C73E4-7E6C-9DC4-C9D7-74B2AAFFD70E}"/>
              </a:ext>
            </a:extLst>
          </p:cNvPr>
          <p:cNvSpPr>
            <a:spLocks noGrp="1"/>
          </p:cNvSpPr>
          <p:nvPr>
            <p:ph type="title"/>
          </p:nvPr>
        </p:nvSpPr>
        <p:spPr>
          <a:xfrm>
            <a:off x="3027924" y="991261"/>
            <a:ext cx="5754696" cy="1837349"/>
          </a:xfrm>
        </p:spPr>
        <p:txBody>
          <a:bodyPr>
            <a:normAutofit/>
          </a:bodyPr>
          <a:lstStyle/>
          <a:p>
            <a:pPr algn="ctr"/>
            <a:r>
              <a:rPr lang="en-US" sz="3600" dirty="0">
                <a:solidFill>
                  <a:schemeClr val="tx2"/>
                </a:solidFill>
              </a:rPr>
              <a:t>Conclusion</a:t>
            </a:r>
          </a:p>
        </p:txBody>
      </p:sp>
      <p:sp>
        <p:nvSpPr>
          <p:cNvPr id="27" name="Content Placeholder 2">
            <a:extLst>
              <a:ext uri="{FF2B5EF4-FFF2-40B4-BE49-F238E27FC236}">
                <a16:creationId xmlns:a16="http://schemas.microsoft.com/office/drawing/2014/main" id="{BFF443EF-B37C-A5C7-A625-E9A19D1B92B6}"/>
              </a:ext>
            </a:extLst>
          </p:cNvPr>
          <p:cNvSpPr>
            <a:spLocks noGrp="1"/>
          </p:cNvSpPr>
          <p:nvPr>
            <p:ph idx="1"/>
          </p:nvPr>
        </p:nvSpPr>
        <p:spPr>
          <a:xfrm>
            <a:off x="3050412" y="2979336"/>
            <a:ext cx="5709721" cy="2430864"/>
          </a:xfrm>
        </p:spPr>
        <p:txBody>
          <a:bodyPr anchor="t">
            <a:normAutofit/>
          </a:bodyPr>
          <a:lstStyle/>
          <a:p>
            <a:pPr marL="0" indent="0" algn="ctr">
              <a:buNone/>
            </a:pPr>
            <a:r>
              <a:rPr lang="en-US" sz="2000" dirty="0">
                <a:solidFill>
                  <a:schemeClr val="tx2"/>
                </a:solidFill>
              </a:rPr>
              <a:t>The implementation of the Value stream is obviously interesting for a company whose principal goal is customer satisfaction.</a:t>
            </a:r>
          </a:p>
          <a:p>
            <a:pPr marL="0" indent="0" algn="ctr">
              <a:buNone/>
            </a:pPr>
            <a:r>
              <a:rPr lang="en-US" sz="2000" dirty="0">
                <a:solidFill>
                  <a:schemeClr val="tx2"/>
                </a:solidFill>
              </a:rPr>
              <a:t>It allows measuring lead time in hours or minutes rather than months. It ensures a level of quality never achieved before, thanks to constant feedback and quick, accurate fixes, securing an incomparable experience for the customer.</a:t>
            </a: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08174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0C90B7F-BCFF-7038-741F-BEBB1333C533}"/>
              </a:ext>
            </a:extLst>
          </p:cNvPr>
          <p:cNvSpPr>
            <a:spLocks noGrp="1"/>
          </p:cNvSpPr>
          <p:nvPr>
            <p:ph type="title"/>
          </p:nvPr>
        </p:nvSpPr>
        <p:spPr>
          <a:xfrm>
            <a:off x="3218498" y="1061022"/>
            <a:ext cx="5754696" cy="1837349"/>
          </a:xfrm>
        </p:spPr>
        <p:txBody>
          <a:bodyPr>
            <a:normAutofit/>
          </a:bodyPr>
          <a:lstStyle/>
          <a:p>
            <a:pPr algn="ctr"/>
            <a:r>
              <a:rPr lang="en-US" sz="3600" dirty="0">
                <a:solidFill>
                  <a:schemeClr val="tx2"/>
                </a:solidFill>
              </a:rPr>
              <a:t>References</a:t>
            </a:r>
          </a:p>
        </p:txBody>
      </p:sp>
      <p:sp>
        <p:nvSpPr>
          <p:cNvPr id="3" name="Content Placeholder 2">
            <a:extLst>
              <a:ext uri="{FF2B5EF4-FFF2-40B4-BE49-F238E27FC236}">
                <a16:creationId xmlns:a16="http://schemas.microsoft.com/office/drawing/2014/main" id="{55C4FDB5-AE1B-D474-2DDB-58CA6B4EAB88}"/>
              </a:ext>
            </a:extLst>
          </p:cNvPr>
          <p:cNvSpPr>
            <a:spLocks noGrp="1"/>
          </p:cNvSpPr>
          <p:nvPr>
            <p:ph idx="1"/>
          </p:nvPr>
        </p:nvSpPr>
        <p:spPr>
          <a:xfrm>
            <a:off x="1800938" y="2682569"/>
            <a:ext cx="8589817" cy="3338578"/>
          </a:xfrm>
        </p:spPr>
        <p:txBody>
          <a:bodyPr anchor="t">
            <a:noAutofit/>
          </a:bodyPr>
          <a:lstStyle/>
          <a:p>
            <a:r>
              <a:rPr lang="en-US" sz="1800" dirty="0">
                <a:solidFill>
                  <a:schemeClr val="tx2"/>
                </a:solidFill>
              </a:rPr>
              <a:t>Brown, N. (2021, May 24). </a:t>
            </a:r>
            <a:r>
              <a:rPr lang="en-US" sz="1800" i="1" dirty="0">
                <a:solidFill>
                  <a:schemeClr val="tx2"/>
                </a:solidFill>
              </a:rPr>
              <a:t>Taking </a:t>
            </a:r>
            <a:r>
              <a:rPr lang="en-US" sz="1800" i="1" dirty="0" err="1">
                <a:solidFill>
                  <a:schemeClr val="tx2"/>
                </a:solidFill>
              </a:rPr>
              <a:t>DevSecOps</a:t>
            </a:r>
            <a:r>
              <a:rPr lang="en-US" sz="1800" i="1" dirty="0">
                <a:solidFill>
                  <a:schemeClr val="tx2"/>
                </a:solidFill>
              </a:rPr>
              <a:t> to the next level with value stream mapping</a:t>
            </a:r>
            <a:r>
              <a:rPr lang="en-US" sz="1800" dirty="0">
                <a:solidFill>
                  <a:schemeClr val="tx2"/>
                </a:solidFill>
              </a:rPr>
              <a:t>. Carnegie Mellon University, Software Engineering Institute. https://</a:t>
            </a:r>
            <a:r>
              <a:rPr lang="en-US" sz="1800" dirty="0" err="1">
                <a:solidFill>
                  <a:schemeClr val="tx2"/>
                </a:solidFill>
              </a:rPr>
              <a:t>www.sei.cmu.edu</a:t>
            </a:r>
            <a:r>
              <a:rPr lang="en-US" sz="1800" dirty="0">
                <a:solidFill>
                  <a:schemeClr val="tx2"/>
                </a:solidFill>
              </a:rPr>
              <a:t>/blog/taking-</a:t>
            </a:r>
            <a:r>
              <a:rPr lang="en-US" sz="1800" dirty="0" err="1">
                <a:solidFill>
                  <a:schemeClr val="tx2"/>
                </a:solidFill>
              </a:rPr>
              <a:t>devsecops</a:t>
            </a:r>
            <a:r>
              <a:rPr lang="en-US" sz="1800" dirty="0">
                <a:solidFill>
                  <a:schemeClr val="tx2"/>
                </a:solidFill>
              </a:rPr>
              <a:t>-to-the-next-level-with-value-stream-mapping/</a:t>
            </a:r>
          </a:p>
          <a:p>
            <a:r>
              <a:rPr lang="en-US" sz="1800" dirty="0">
                <a:solidFill>
                  <a:schemeClr val="tx2"/>
                </a:solidFill>
              </a:rPr>
              <a:t>Kersten (2018) explains that organizations need to move from managing temporary projects to managing long-term product value streams.</a:t>
            </a:r>
          </a:p>
          <a:p>
            <a:r>
              <a:rPr lang="en-US" sz="1800" dirty="0">
                <a:solidFill>
                  <a:schemeClr val="tx2"/>
                </a:solidFill>
              </a:rPr>
              <a:t>Kim, G., Humble, J., Debois, P., Willis, J., &amp; Forsgren, N. (2021). </a:t>
            </a:r>
            <a:r>
              <a:rPr lang="en-US" sz="1800" i="1" dirty="0">
                <a:solidFill>
                  <a:schemeClr val="tx2"/>
                </a:solidFill>
              </a:rPr>
              <a:t>The DevOps handbook: How to create world-class agility, reliability, &amp; security in technology organizations</a:t>
            </a:r>
            <a:r>
              <a:rPr lang="en-US" sz="1800" dirty="0">
                <a:solidFill>
                  <a:schemeClr val="tx2"/>
                </a:solidFill>
              </a:rPr>
              <a:t> (2nd ed.). IT Revolution Press.</a:t>
            </a:r>
          </a:p>
          <a:p>
            <a:r>
              <a:rPr lang="en-US" sz="1800" dirty="0">
                <a:solidFill>
                  <a:schemeClr val="tx2"/>
                </a:solidFill>
              </a:rPr>
              <a:t>Womack, J. P., &amp; Jones, D. T. (2003). </a:t>
            </a:r>
            <a:r>
              <a:rPr lang="en-US" sz="1800" i="1" dirty="0">
                <a:solidFill>
                  <a:schemeClr val="tx2"/>
                </a:solidFill>
              </a:rPr>
              <a:t>Lean thinking: Banish waste and create wealth in your corporation</a:t>
            </a:r>
            <a:r>
              <a:rPr lang="en-US" sz="1800" dirty="0">
                <a:solidFill>
                  <a:schemeClr val="tx2"/>
                </a:solidFill>
              </a:rPr>
              <a:t> (Rev. ed.). Free Press.</a:t>
            </a:r>
          </a:p>
          <a:p>
            <a:endParaRPr lang="en-US" sz="1800" dirty="0">
              <a:solidFill>
                <a:schemeClr val="tx2"/>
              </a:solidFill>
            </a:endParaRPr>
          </a:p>
          <a:p>
            <a:endParaRPr lang="en-US" sz="18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37978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413</TotalTime>
  <Words>790</Words>
  <Application>Microsoft Macintosh PowerPoint</Application>
  <PresentationFormat>Widescreen</PresentationFormat>
  <Paragraphs>55</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Apple Symbols</vt:lpstr>
      <vt:lpstr>Aptos</vt:lpstr>
      <vt:lpstr>Arial</vt:lpstr>
      <vt:lpstr>Office Theme</vt:lpstr>
      <vt:lpstr>The Technology Value Stream</vt:lpstr>
      <vt:lpstr>Value Stream: Origins and Definition</vt:lpstr>
      <vt:lpstr>DevOps and Value stream</vt:lpstr>
      <vt:lpstr>Technology Value Stream Flow</vt:lpstr>
      <vt:lpstr>Lead Time vs. Processing Time</vt:lpstr>
      <vt:lpstr>The Common Scenario: Deployment Lead Times Requiring Month</vt:lpstr>
      <vt:lpstr>Our DevOps Ideal: Deployment Lead Times of Minutes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Patrice Moracchini</dc:creator>
  <cp:lastModifiedBy>Patrice Moracchini</cp:lastModifiedBy>
  <cp:revision>1</cp:revision>
  <dcterms:created xsi:type="dcterms:W3CDTF">2026-06-06T23:10:10Z</dcterms:created>
  <dcterms:modified xsi:type="dcterms:W3CDTF">2026-06-07T06:03:11Z</dcterms:modified>
</cp:coreProperties>
</file>